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y="13716000" cx="24384000"/>
  <p:notesSz cx="6858000" cy="9144000"/>
  <p:embeddedFontLst>
    <p:embeddedFont>
      <p:font typeface="Anton"/>
      <p:regular r:id="rId61"/>
    </p:embeddedFont>
    <p:embeddedFont>
      <p:font typeface="Caveat"/>
      <p:regular r:id="rId62"/>
      <p:bold r:id="rId63"/>
    </p:embeddedFont>
    <p:embeddedFont>
      <p:font typeface="Playfair Display ExtraBold"/>
      <p:bold r:id="rId64"/>
      <p:boldItalic r:id="rId65"/>
    </p:embeddedFont>
    <p:embeddedFont>
      <p:font typeface="Helvetica Neue"/>
      <p:regular r:id="rId66"/>
      <p:bold r:id="rId67"/>
      <p:italic r:id="rId68"/>
      <p:boldItalic r:id="rId69"/>
    </p:embeddedFont>
    <p:embeddedFont>
      <p:font typeface="Lexend"/>
      <p:regular r:id="rId70"/>
      <p:bold r:id="rId71"/>
    </p:embeddedFont>
    <p:embeddedFont>
      <p:font typeface="Roboto"/>
      <p:regular r:id="rId72"/>
      <p:bold r:id="rId73"/>
      <p:italic r:id="rId74"/>
      <p:boldItalic r:id="rId75"/>
    </p:embeddedFont>
    <p:embeddedFont>
      <p:font typeface="Lobster"/>
      <p:regular r:id="rId76"/>
    </p:embeddedFont>
    <p:embeddedFont>
      <p:font typeface="Playfair Display"/>
      <p:regular r:id="rId77"/>
      <p:bold r:id="rId78"/>
      <p:italic r:id="rId79"/>
      <p:boldItalic r:id="rId80"/>
    </p:embeddedFont>
    <p:embeddedFont>
      <p:font typeface="Montserrat"/>
      <p:regular r:id="rId81"/>
      <p:bold r:id="rId82"/>
      <p:italic r:id="rId83"/>
      <p:boldItalic r:id="rId84"/>
    </p:embeddedFont>
    <p:embeddedFont>
      <p:font typeface="Lato"/>
      <p:regular r:id="rId85"/>
      <p:bold r:id="rId86"/>
      <p:italic r:id="rId87"/>
      <p:boldItalic r:id="rId88"/>
    </p:embeddedFont>
    <p:embeddedFont>
      <p:font typeface="Poppins"/>
      <p:regular r:id="rId89"/>
      <p:bold r:id="rId90"/>
      <p:italic r:id="rId91"/>
      <p:boldItalic r:id="rId92"/>
    </p:embeddedFont>
    <p:embeddedFont>
      <p:font typeface="Candara"/>
      <p:regular r:id="rId93"/>
      <p:bold r:id="rId94"/>
      <p:italic r:id="rId95"/>
      <p:boldItalic r:id="rId96"/>
    </p:embeddedFont>
    <p:embeddedFont>
      <p:font typeface="Merriweather"/>
      <p:regular r:id="rId97"/>
      <p:bold r:id="rId98"/>
      <p:italic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1" roundtripDataSignature="AMtx7mgXI1JSKQ8BpTDKGDDhqyU549LF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1" Type="http://customschemas.google.com/relationships/presentationmetadata" Target="metadata"/><Relationship Id="rId100" Type="http://schemas.openxmlformats.org/officeDocument/2006/relationships/font" Target="fonts/Merriweather-bold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font" Target="fonts/Candara-italic.fntdata"/><Relationship Id="rId94" Type="http://schemas.openxmlformats.org/officeDocument/2006/relationships/font" Target="fonts/Candara-bold.fntdata"/><Relationship Id="rId97" Type="http://schemas.openxmlformats.org/officeDocument/2006/relationships/font" Target="fonts/Merriweather-regular.fntdata"/><Relationship Id="rId96" Type="http://schemas.openxmlformats.org/officeDocument/2006/relationships/font" Target="fonts/Candara-boldItalic.fntdata"/><Relationship Id="rId11" Type="http://schemas.openxmlformats.org/officeDocument/2006/relationships/slide" Target="slides/slide7.xml"/><Relationship Id="rId99" Type="http://schemas.openxmlformats.org/officeDocument/2006/relationships/font" Target="fonts/Merriweather-italic.fntdata"/><Relationship Id="rId10" Type="http://schemas.openxmlformats.org/officeDocument/2006/relationships/slide" Target="slides/slide6.xml"/><Relationship Id="rId98" Type="http://schemas.openxmlformats.org/officeDocument/2006/relationships/font" Target="fonts/Merriweathe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font" Target="fonts/Poppins-italic.fntdata"/><Relationship Id="rId90" Type="http://schemas.openxmlformats.org/officeDocument/2006/relationships/font" Target="fonts/Poppins-bold.fntdata"/><Relationship Id="rId93" Type="http://schemas.openxmlformats.org/officeDocument/2006/relationships/font" Target="fonts/Candara-regular.fntdata"/><Relationship Id="rId92" Type="http://schemas.openxmlformats.org/officeDocument/2006/relationships/font" Target="fonts/Poppi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font" Target="fonts/Montserrat-boldItalic.fntdata"/><Relationship Id="rId83" Type="http://schemas.openxmlformats.org/officeDocument/2006/relationships/font" Target="fonts/Montserrat-italic.fntdata"/><Relationship Id="rId86" Type="http://schemas.openxmlformats.org/officeDocument/2006/relationships/font" Target="fonts/Lato-bold.fntdata"/><Relationship Id="rId85" Type="http://schemas.openxmlformats.org/officeDocument/2006/relationships/font" Target="fonts/Lato-regular.fntdata"/><Relationship Id="rId88" Type="http://schemas.openxmlformats.org/officeDocument/2006/relationships/font" Target="fonts/Lato-boldItalic.fntdata"/><Relationship Id="rId87" Type="http://schemas.openxmlformats.org/officeDocument/2006/relationships/font" Target="fonts/Lato-italic.fntdata"/><Relationship Id="rId89" Type="http://schemas.openxmlformats.org/officeDocument/2006/relationships/font" Target="fonts/Poppins-regular.fntdata"/><Relationship Id="rId80" Type="http://schemas.openxmlformats.org/officeDocument/2006/relationships/font" Target="fonts/PlayfairDisplay-boldItalic.fntdata"/><Relationship Id="rId82" Type="http://schemas.openxmlformats.org/officeDocument/2006/relationships/font" Target="fonts/Montserrat-bold.fntdata"/><Relationship Id="rId81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Roboto-bold.fntdata"/><Relationship Id="rId72" Type="http://schemas.openxmlformats.org/officeDocument/2006/relationships/font" Target="fonts/Roboto-regular.fntdata"/><Relationship Id="rId75" Type="http://schemas.openxmlformats.org/officeDocument/2006/relationships/font" Target="fonts/Roboto-boldItalic.fntdata"/><Relationship Id="rId74" Type="http://schemas.openxmlformats.org/officeDocument/2006/relationships/font" Target="fonts/Roboto-italic.fntdata"/><Relationship Id="rId77" Type="http://schemas.openxmlformats.org/officeDocument/2006/relationships/font" Target="fonts/PlayfairDisplay-regular.fntdata"/><Relationship Id="rId76" Type="http://schemas.openxmlformats.org/officeDocument/2006/relationships/font" Target="fonts/Lobster-regular.fntdata"/><Relationship Id="rId79" Type="http://schemas.openxmlformats.org/officeDocument/2006/relationships/font" Target="fonts/PlayfairDisplay-italic.fntdata"/><Relationship Id="rId78" Type="http://schemas.openxmlformats.org/officeDocument/2006/relationships/font" Target="fonts/PlayfairDisplay-bold.fntdata"/><Relationship Id="rId71" Type="http://schemas.openxmlformats.org/officeDocument/2006/relationships/font" Target="fonts/Lexend-bold.fntdata"/><Relationship Id="rId70" Type="http://schemas.openxmlformats.org/officeDocument/2006/relationships/font" Target="fonts/Lexend-regular.fntdata"/><Relationship Id="rId62" Type="http://schemas.openxmlformats.org/officeDocument/2006/relationships/font" Target="fonts/Caveat-regular.fntdata"/><Relationship Id="rId61" Type="http://schemas.openxmlformats.org/officeDocument/2006/relationships/font" Target="fonts/Anton-regular.fntdata"/><Relationship Id="rId64" Type="http://schemas.openxmlformats.org/officeDocument/2006/relationships/font" Target="fonts/PlayfairDisplayExtraBold-bold.fntdata"/><Relationship Id="rId63" Type="http://schemas.openxmlformats.org/officeDocument/2006/relationships/font" Target="fonts/Caveat-bold.fntdata"/><Relationship Id="rId66" Type="http://schemas.openxmlformats.org/officeDocument/2006/relationships/font" Target="fonts/HelveticaNeue-regular.fntdata"/><Relationship Id="rId65" Type="http://schemas.openxmlformats.org/officeDocument/2006/relationships/font" Target="fonts/PlayfairDisplayExtraBold-boldItalic.fntdata"/><Relationship Id="rId68" Type="http://schemas.openxmlformats.org/officeDocument/2006/relationships/font" Target="fonts/HelveticaNeue-italic.fntdata"/><Relationship Id="rId67" Type="http://schemas.openxmlformats.org/officeDocument/2006/relationships/font" Target="fonts/HelveticaNeue-bold.fntdata"/><Relationship Id="rId60" Type="http://schemas.openxmlformats.org/officeDocument/2006/relationships/slide" Target="slides/slide56.xml"/><Relationship Id="rId69" Type="http://schemas.openxmlformats.org/officeDocument/2006/relationships/font" Target="fonts/HelveticaNeue-boldItalic.fntdata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dee732214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dee732214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936e50b7c_0_4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936e50b7c_0_4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36e50b7c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936e50b7c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41fb5f574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c41fb5f574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e4837be4_0_4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5e4837be4_0_4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5e4837be4_0_4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5e4837be4_0_4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41fb5f574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c41fb5f574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b1894eed1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b1894eed1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df4be98b9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df4be98b9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26e8018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226e8018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795739f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795739f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83f8016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783f8016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ccd2ec59bd7e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ccd2ec59bd7e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28c8f8d4d8e9d09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228c8f8d4d8e9d09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28c8f8d4d8e9d09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228c8f8d4d8e9d09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ea3bc2fc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ea3bc2fc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359eb12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359eb12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359eb12d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6359eb12d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5e4837be4_0_1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5e4837be4_0_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2a513309cbb3033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2a513309cbb3033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74a61728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f74a61728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4" name="Google Shape;6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3df4be98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3df4be98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76bdb7294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76bdb7294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5e4837be4_0_6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f5e4837be4_0_6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h6e31fef8a4150b6a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h6e31fef8a4150b6a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h6e31fef8a4150b6a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h6e31fef8a4150b6a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cf2f9e234a_0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g3cf2f9e234a_0_1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44f11f5f4df0489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44f11f5f4df0489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eea3bc2fc3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eea3bc2fc3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67764dfac5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g267764dfac5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a79a1c8594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2a79a1c8594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fbdef9bbf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g3fbdef9bbf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5c6cc134ab4cf14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g15c6cc134ab4cf14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6" name="Google Shape;90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09d1e42b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2" name="Google Shape;922;g3c09d1e42b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c41fb5f574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1" name="Google Shape;931;g3c41fb5f57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b8e45a4e95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8" name="Google Shape;948;g2b8e45a4e95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826653691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826653691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67764dfac5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g267764dfac5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e4837be4_0_445"/>
          <p:cNvSpPr/>
          <p:nvPr/>
        </p:nvSpPr>
        <p:spPr>
          <a:xfrm rot="5400000">
            <a:off x="20000700" y="1347"/>
            <a:ext cx="4383300" cy="43833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f5e4837be4_0_445"/>
          <p:cNvGrpSpPr/>
          <p:nvPr/>
        </p:nvGrpSpPr>
        <p:grpSpPr>
          <a:xfrm>
            <a:off x="0" y="1307"/>
            <a:ext cx="13743385" cy="13691903"/>
            <a:chOff x="0" y="75"/>
            <a:chExt cx="5153705" cy="5152950"/>
          </a:xfrm>
        </p:grpSpPr>
        <p:sp>
          <p:nvSpPr>
            <p:cNvPr id="12" name="Google Shape;12;g3f5e4837be4_0_445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f5e4837be4_0_445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f5e4837be4_0_445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f5e4837be4_0_445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f5e4837be4_0_445"/>
          <p:cNvSpPr txBox="1"/>
          <p:nvPr>
            <p:ph type="ctrTitle"/>
          </p:nvPr>
        </p:nvSpPr>
        <p:spPr>
          <a:xfrm>
            <a:off x="9432400" y="4209067"/>
            <a:ext cx="13380000" cy="4210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/>
        </p:txBody>
      </p:sp>
      <p:sp>
        <p:nvSpPr>
          <p:cNvPr id="17" name="Google Shape;17;g3f5e4837be4_0_445"/>
          <p:cNvSpPr txBox="1"/>
          <p:nvPr>
            <p:ph idx="1" type="subTitle"/>
          </p:nvPr>
        </p:nvSpPr>
        <p:spPr>
          <a:xfrm>
            <a:off x="13557200" y="10466467"/>
            <a:ext cx="9255300" cy="13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8" name="Google Shape;18;g3f5e4837be4_0_44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f5e4837be4_0_455"/>
          <p:cNvGrpSpPr/>
          <p:nvPr/>
        </p:nvGrpSpPr>
        <p:grpSpPr>
          <a:xfrm>
            <a:off x="11750547" y="0"/>
            <a:ext cx="12633758" cy="13715011"/>
            <a:chOff x="4406400" y="0"/>
            <a:chExt cx="4737600" cy="5143065"/>
          </a:xfrm>
        </p:grpSpPr>
        <p:sp>
          <p:nvSpPr>
            <p:cNvPr id="21" name="Google Shape;21;g3f5e4837be4_0_45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f5e4837be4_0_45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f5e4837be4_0_45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5e4837be4_0_45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f5e4837be4_0_45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f5e4837be4_0_45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f5e4837be4_0_45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f5e4837be4_0_45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f5e4837be4_0_45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f5e4837be4_0_45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f5e4837be4_0_45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5e4837be4_0_45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f5e4837be4_0_45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f5e4837be4_0_45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5e4837be4_0_45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f5e4837be4_0_45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f5e4837be4_0_45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5e4837be4_0_45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f5e4837be4_0_455"/>
          <p:cNvSpPr txBox="1"/>
          <p:nvPr>
            <p:ph type="title"/>
          </p:nvPr>
        </p:nvSpPr>
        <p:spPr>
          <a:xfrm>
            <a:off x="2196933" y="5474667"/>
            <a:ext cx="12231900" cy="30633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40" name="Google Shape;40;g3f5e4837be4_0_45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f5e4837be4_0_477"/>
          <p:cNvGrpSpPr/>
          <p:nvPr/>
        </p:nvGrpSpPr>
        <p:grpSpPr>
          <a:xfrm>
            <a:off x="0" y="1016016"/>
            <a:ext cx="2767635" cy="2710133"/>
            <a:chOff x="0" y="381001"/>
            <a:chExt cx="1037850" cy="1016287"/>
          </a:xfrm>
        </p:grpSpPr>
        <p:sp>
          <p:nvSpPr>
            <p:cNvPr id="43" name="Google Shape;43;g3f5e4837be4_0_47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f5e4837be4_0_47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f5e4837be4_0_477"/>
          <p:cNvSpPr txBox="1"/>
          <p:nvPr>
            <p:ph type="title"/>
          </p:nvPr>
        </p:nvSpPr>
        <p:spPr>
          <a:xfrm>
            <a:off x="3460000" y="1050000"/>
            <a:ext cx="18770400" cy="2437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g3f5e4837be4_0_477"/>
          <p:cNvSpPr txBox="1"/>
          <p:nvPr>
            <p:ph idx="1" type="body"/>
          </p:nvPr>
        </p:nvSpPr>
        <p:spPr>
          <a:xfrm>
            <a:off x="3460000" y="4180133"/>
            <a:ext cx="18770400" cy="7763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47" name="Google Shape;47;g3f5e4837be4_0_47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f5e4837be4_0_484"/>
          <p:cNvGrpSpPr/>
          <p:nvPr/>
        </p:nvGrpSpPr>
        <p:grpSpPr>
          <a:xfrm>
            <a:off x="0" y="1016016"/>
            <a:ext cx="2767635" cy="2710133"/>
            <a:chOff x="0" y="381001"/>
            <a:chExt cx="1037850" cy="1016287"/>
          </a:xfrm>
        </p:grpSpPr>
        <p:sp>
          <p:nvSpPr>
            <p:cNvPr id="50" name="Google Shape;50;g3f5e4837be4_0_48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f5e4837be4_0_48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f5e4837be4_0_484"/>
          <p:cNvSpPr txBox="1"/>
          <p:nvPr>
            <p:ph type="title"/>
          </p:nvPr>
        </p:nvSpPr>
        <p:spPr>
          <a:xfrm>
            <a:off x="3460000" y="1050000"/>
            <a:ext cx="18770400" cy="2437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3" name="Google Shape;53;g3f5e4837be4_0_484"/>
          <p:cNvSpPr txBox="1"/>
          <p:nvPr>
            <p:ph idx="1" type="body"/>
          </p:nvPr>
        </p:nvSpPr>
        <p:spPr>
          <a:xfrm>
            <a:off x="3460000" y="4180133"/>
            <a:ext cx="9075300" cy="7763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54" name="Google Shape;54;g3f5e4837be4_0_484"/>
          <p:cNvSpPr txBox="1"/>
          <p:nvPr>
            <p:ph idx="2" type="body"/>
          </p:nvPr>
        </p:nvSpPr>
        <p:spPr>
          <a:xfrm>
            <a:off x="13155256" y="4180133"/>
            <a:ext cx="9075300" cy="7763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55" name="Google Shape;55;g3f5e4837be4_0_48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f5e4837be4_0_492"/>
          <p:cNvGrpSpPr/>
          <p:nvPr/>
        </p:nvGrpSpPr>
        <p:grpSpPr>
          <a:xfrm>
            <a:off x="0" y="1016016"/>
            <a:ext cx="2767635" cy="2710133"/>
            <a:chOff x="0" y="381001"/>
            <a:chExt cx="1037850" cy="1016287"/>
          </a:xfrm>
        </p:grpSpPr>
        <p:sp>
          <p:nvSpPr>
            <p:cNvPr id="58" name="Google Shape;58;g3f5e4837be4_0_49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f5e4837be4_0_49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f5e4837be4_0_492"/>
          <p:cNvSpPr txBox="1"/>
          <p:nvPr>
            <p:ph type="title"/>
          </p:nvPr>
        </p:nvSpPr>
        <p:spPr>
          <a:xfrm>
            <a:off x="3460000" y="1050000"/>
            <a:ext cx="18770400" cy="2437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61" name="Google Shape;61;g3f5e4837be4_0_49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f5e4837be4_0_498"/>
          <p:cNvGrpSpPr/>
          <p:nvPr/>
        </p:nvGrpSpPr>
        <p:grpSpPr>
          <a:xfrm>
            <a:off x="0" y="1016016"/>
            <a:ext cx="2767635" cy="2710133"/>
            <a:chOff x="0" y="381001"/>
            <a:chExt cx="1037850" cy="1016287"/>
          </a:xfrm>
        </p:grpSpPr>
        <p:sp>
          <p:nvSpPr>
            <p:cNvPr id="64" name="Google Shape;64;g3f5e4837be4_0_49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f5e4837be4_0_49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f5e4837be4_0_498"/>
          <p:cNvSpPr txBox="1"/>
          <p:nvPr>
            <p:ph type="title"/>
          </p:nvPr>
        </p:nvSpPr>
        <p:spPr>
          <a:xfrm>
            <a:off x="3460000" y="1050000"/>
            <a:ext cx="10130400" cy="39816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67" name="Google Shape;67;g3f5e4837be4_0_498"/>
          <p:cNvSpPr txBox="1"/>
          <p:nvPr>
            <p:ph idx="1" type="body"/>
          </p:nvPr>
        </p:nvSpPr>
        <p:spPr>
          <a:xfrm>
            <a:off x="3460000" y="5260133"/>
            <a:ext cx="10130400" cy="6442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68" name="Google Shape;68;g3f5e4837be4_0_498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f5e4837be4_0_505"/>
          <p:cNvGrpSpPr/>
          <p:nvPr/>
        </p:nvGrpSpPr>
        <p:grpSpPr>
          <a:xfrm>
            <a:off x="11750547" y="0"/>
            <a:ext cx="12633758" cy="13716171"/>
            <a:chOff x="4406400" y="0"/>
            <a:chExt cx="4737600" cy="5143500"/>
          </a:xfrm>
        </p:grpSpPr>
        <p:sp>
          <p:nvSpPr>
            <p:cNvPr id="71" name="Google Shape;71;g3f5e4837be4_0_505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f5e4837be4_0_505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f5e4837be4_0_505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f5e4837be4_0_505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f5e4837be4_0_505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5e4837be4_0_505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f5e4837be4_0_505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f5e4837be4_0_505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f5e4837be4_0_505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f5e4837be4_0_505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f5e4837be4_0_505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f5e4837be4_0_505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f5e4837be4_0_505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f5e4837be4_0_505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f5e4837be4_0_505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f5e4837be4_0_505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f5e4837be4_0_505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f5e4837be4_0_505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f5e4837be4_0_505"/>
          <p:cNvSpPr txBox="1"/>
          <p:nvPr>
            <p:ph type="title"/>
          </p:nvPr>
        </p:nvSpPr>
        <p:spPr>
          <a:xfrm>
            <a:off x="2196933" y="2311400"/>
            <a:ext cx="12231900" cy="938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90" name="Google Shape;90;g3f5e4837be4_0_50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f5e4837be4_0_527"/>
          <p:cNvGrpSpPr/>
          <p:nvPr/>
        </p:nvGrpSpPr>
        <p:grpSpPr>
          <a:xfrm>
            <a:off x="0" y="1016016"/>
            <a:ext cx="2767635" cy="2710133"/>
            <a:chOff x="0" y="381001"/>
            <a:chExt cx="1037850" cy="1016287"/>
          </a:xfrm>
        </p:grpSpPr>
        <p:sp>
          <p:nvSpPr>
            <p:cNvPr id="93" name="Google Shape;93;g3f5e4837be4_0_52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f5e4837be4_0_52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f5e4837be4_0_527"/>
          <p:cNvSpPr txBox="1"/>
          <p:nvPr>
            <p:ph type="title"/>
          </p:nvPr>
        </p:nvSpPr>
        <p:spPr>
          <a:xfrm>
            <a:off x="3460000" y="4422200"/>
            <a:ext cx="8096700" cy="4671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96" name="Google Shape;96;g3f5e4837be4_0_527"/>
          <p:cNvSpPr txBox="1"/>
          <p:nvPr>
            <p:ph idx="1" type="subTitle"/>
          </p:nvPr>
        </p:nvSpPr>
        <p:spPr>
          <a:xfrm>
            <a:off x="3460000" y="9434667"/>
            <a:ext cx="8096700" cy="1349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97" name="Google Shape;97;g3f5e4837be4_0_527"/>
          <p:cNvSpPr txBox="1"/>
          <p:nvPr>
            <p:ph idx="2" type="body"/>
          </p:nvPr>
        </p:nvSpPr>
        <p:spPr>
          <a:xfrm>
            <a:off x="12395200" y="4524267"/>
            <a:ext cx="9804900" cy="62601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98" name="Google Shape;98;g3f5e4837be4_0_52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f5e4837be4_0_535"/>
          <p:cNvGrpSpPr/>
          <p:nvPr/>
        </p:nvGrpSpPr>
        <p:grpSpPr>
          <a:xfrm>
            <a:off x="0" y="11009651"/>
            <a:ext cx="1863823" cy="1825775"/>
            <a:chOff x="0" y="3785672"/>
            <a:chExt cx="698925" cy="684657"/>
          </a:xfrm>
        </p:grpSpPr>
        <p:sp>
          <p:nvSpPr>
            <p:cNvPr id="101" name="Google Shape;101;g3f5e4837be4_0_535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5e4837be4_0_535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f5e4837be4_0_535"/>
          <p:cNvSpPr txBox="1"/>
          <p:nvPr>
            <p:ph idx="1" type="body"/>
          </p:nvPr>
        </p:nvSpPr>
        <p:spPr>
          <a:xfrm>
            <a:off x="2167267" y="11481000"/>
            <a:ext cx="18495900" cy="1396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104" name="Google Shape;104;g3f5e4837be4_0_53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f5e4837be4_0_541"/>
          <p:cNvGrpSpPr/>
          <p:nvPr/>
        </p:nvGrpSpPr>
        <p:grpSpPr>
          <a:xfrm>
            <a:off x="11750547" y="0"/>
            <a:ext cx="12633758" cy="13715011"/>
            <a:chOff x="4406400" y="0"/>
            <a:chExt cx="4737600" cy="5143065"/>
          </a:xfrm>
        </p:grpSpPr>
        <p:sp>
          <p:nvSpPr>
            <p:cNvPr id="107" name="Google Shape;107;g3f5e4837be4_0_54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f5e4837be4_0_54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f5e4837be4_0_54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f5e4837be4_0_54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f5e4837be4_0_54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5e4837be4_0_54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f5e4837be4_0_54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f5e4837be4_0_54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5e4837be4_0_54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f5e4837be4_0_54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5e4837be4_0_54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f5e4837be4_0_54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5e4837be4_0_54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f5e4837be4_0_54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f5e4837be4_0_54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f5e4837be4_0_54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f5e4837be4_0_54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f5e4837be4_0_54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f5e4837be4_0_541"/>
          <p:cNvSpPr txBox="1"/>
          <p:nvPr>
            <p:ph hasCustomPrompt="1" type="title"/>
          </p:nvPr>
        </p:nvSpPr>
        <p:spPr>
          <a:xfrm>
            <a:off x="2196933" y="3425800"/>
            <a:ext cx="12735900" cy="34689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126" name="Google Shape;126;g3f5e4837be4_0_541"/>
          <p:cNvSpPr txBox="1"/>
          <p:nvPr>
            <p:ph idx="1" type="body"/>
          </p:nvPr>
        </p:nvSpPr>
        <p:spPr>
          <a:xfrm>
            <a:off x="2196933" y="7048331"/>
            <a:ext cx="12735900" cy="3250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27" name="Google Shape;127;g3f5e4837be4_0_54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e4837be4_0_56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e4837be4_0_566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g3f5e4837be4_0_566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33" name="Google Shape;133;g3f5e4837be4_0_566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34" name="Google Shape;134;g3f5e4837be4_0_566"/>
          <p:cNvSpPr txBox="1"/>
          <p:nvPr>
            <p:ph idx="12" type="sldNum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e4837be4_0_571"/>
          <p:cNvSpPr txBox="1"/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/>
        </p:txBody>
      </p:sp>
      <p:sp>
        <p:nvSpPr>
          <p:cNvPr id="137" name="Google Shape;137;g3f5e4837be4_0_571"/>
          <p:cNvSpPr txBox="1"/>
          <p:nvPr>
            <p:ph idx="1" type="subTitle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38" name="Google Shape;138;g3f5e4837be4_0_571"/>
          <p:cNvSpPr txBox="1"/>
          <p:nvPr>
            <p:ph idx="12" type="sldNum"/>
          </p:nvPr>
        </p:nvSpPr>
        <p:spPr>
          <a:xfrm>
            <a:off x="22593221" y="12435245"/>
            <a:ext cx="1463100" cy="379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7">
  <p:cSld name="TITLE_AND_BODY_2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e4837be4_0_575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41" name="Google Shape;141;g3f5e4837be4_0_575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42" name="Google Shape;142;g3f5e4837be4_0_575"/>
          <p:cNvSpPr txBox="1"/>
          <p:nvPr>
            <p:ph idx="12" type="sldNum"/>
          </p:nvPr>
        </p:nvSpPr>
        <p:spPr>
          <a:xfrm>
            <a:off x="22593221" y="12435245"/>
            <a:ext cx="1463100" cy="379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e4837be4_0_579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45" name="Google Shape;145;g3f5e4837be4_0_579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46" name="Google Shape;146;g3f5e4837be4_0_579"/>
          <p:cNvSpPr txBox="1"/>
          <p:nvPr>
            <p:ph idx="12" type="sldNum"/>
          </p:nvPr>
        </p:nvSpPr>
        <p:spPr>
          <a:xfrm>
            <a:off x="22593221" y="12435245"/>
            <a:ext cx="1463100" cy="379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e4837be4_0_583"/>
          <p:cNvSpPr txBox="1"/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/>
        </p:txBody>
      </p:sp>
      <p:sp>
        <p:nvSpPr>
          <p:cNvPr id="149" name="Google Shape;149;g3f5e4837be4_0_583"/>
          <p:cNvSpPr txBox="1"/>
          <p:nvPr>
            <p:ph idx="1" type="subTitle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50" name="Google Shape;150;g3f5e4837be4_0_583"/>
          <p:cNvSpPr txBox="1"/>
          <p:nvPr>
            <p:ph idx="12" type="sldNum"/>
          </p:nvPr>
        </p:nvSpPr>
        <p:spPr>
          <a:xfrm>
            <a:off x="22593221" y="12435245"/>
            <a:ext cx="1463100" cy="3816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e4837be4_0_587"/>
          <p:cNvSpPr txBox="1"/>
          <p:nvPr>
            <p:ph type="title"/>
          </p:nvPr>
        </p:nvSpPr>
        <p:spPr>
          <a:xfrm>
            <a:off x="831200" y="1186734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153" name="Google Shape;153;g3f5e4837be4_0_587"/>
          <p:cNvSpPr txBox="1"/>
          <p:nvPr>
            <p:ph idx="1" type="body"/>
          </p:nvPr>
        </p:nvSpPr>
        <p:spPr>
          <a:xfrm>
            <a:off x="831200" y="3073266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58420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1pPr>
            <a:lvl2pPr indent="-5842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2pPr>
            <a:lvl3pPr indent="-5842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3pPr>
            <a:lvl4pPr indent="-5842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4pPr>
            <a:lvl5pPr indent="-5842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5pPr>
            <a:lvl6pPr indent="-5842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6pPr>
            <a:lvl7pPr indent="-5842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7pPr>
            <a:lvl8pPr indent="-5842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8pPr>
            <a:lvl9pPr indent="-584200" lvl="8" marL="4114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5600"/>
              <a:buChar char="•"/>
              <a:defRPr/>
            </a:lvl9pPr>
          </a:lstStyle>
          <a:p/>
        </p:txBody>
      </p:sp>
      <p:sp>
        <p:nvSpPr>
          <p:cNvPr id="154" name="Google Shape;154;g3f5e4837be4_0_587"/>
          <p:cNvSpPr txBox="1"/>
          <p:nvPr>
            <p:ph idx="12" type="sldNum"/>
          </p:nvPr>
        </p:nvSpPr>
        <p:spPr>
          <a:xfrm>
            <a:off x="22593220" y="12435244"/>
            <a:ext cx="146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28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e4837be4_0_591"/>
          <p:cNvSpPr txBox="1"/>
          <p:nvPr>
            <p:ph idx="12" type="sldNum"/>
          </p:nvPr>
        </p:nvSpPr>
        <p:spPr>
          <a:xfrm>
            <a:off x="11237568" y="8553013"/>
            <a:ext cx="3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60925" spcFirstLastPara="1" rIns="60925" wrap="square" tIns="6092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1">
  <p:cSld name="1_Title Slide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e4837be4_0_593"/>
          <p:cNvSpPr txBox="1"/>
          <p:nvPr>
            <p:ph idx="12" type="sldNum"/>
          </p:nvPr>
        </p:nvSpPr>
        <p:spPr>
          <a:xfrm>
            <a:off x="11237568" y="8553013"/>
            <a:ext cx="3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60925" spcFirstLastPara="1" rIns="60925" wrap="square" tIns="6092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_1">
  <p:cSld name="TITLE_AND_BODY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e4837be4_0_595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61" name="Google Shape;161;g3f5e4837be4_0_595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62" name="Google Shape;162;g3f5e4837be4_0_595"/>
          <p:cNvSpPr txBox="1"/>
          <p:nvPr>
            <p:ph idx="12" type="sldNum"/>
          </p:nvPr>
        </p:nvSpPr>
        <p:spPr>
          <a:xfrm>
            <a:off x="22593221" y="12435245"/>
            <a:ext cx="1463100" cy="379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obj">
  <p:cSld name="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e4837be4_0_599"/>
          <p:cNvSpPr txBox="1"/>
          <p:nvPr>
            <p:ph type="ctrTitle"/>
          </p:nvPr>
        </p:nvSpPr>
        <p:spPr>
          <a:xfrm>
            <a:off x="4224840" y="906434"/>
            <a:ext cx="159342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65" name="Google Shape;165;g3f5e4837be4_0_599"/>
          <p:cNvSpPr txBox="1"/>
          <p:nvPr>
            <p:ph idx="1" type="subTitle"/>
          </p:nvPr>
        </p:nvSpPr>
        <p:spPr>
          <a:xfrm>
            <a:off x="3657600" y="7680968"/>
            <a:ext cx="17068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3200"/>
              </a:spcBef>
              <a:spcAft>
                <a:spcPts val="3200"/>
              </a:spcAft>
              <a:buClr>
                <a:schemeClr val="dk1"/>
              </a:buClr>
              <a:buSzPts val="3600"/>
              <a:buChar char="■"/>
              <a:defRPr/>
            </a:lvl9pPr>
          </a:lstStyle>
          <a:p/>
        </p:txBody>
      </p:sp>
      <p:sp>
        <p:nvSpPr>
          <p:cNvPr id="166" name="Google Shape;166;g3f5e4837be4_0_599"/>
          <p:cNvSpPr txBox="1"/>
          <p:nvPr>
            <p:ph idx="11" type="ftr"/>
          </p:nvPr>
        </p:nvSpPr>
        <p:spPr>
          <a:xfrm>
            <a:off x="8077200" y="12712700"/>
            <a:ext cx="82296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7" name="Google Shape;167;g3f5e4837be4_0_599"/>
          <p:cNvSpPr txBox="1"/>
          <p:nvPr>
            <p:ph idx="10" type="dt"/>
          </p:nvPr>
        </p:nvSpPr>
        <p:spPr>
          <a:xfrm>
            <a:off x="1676400" y="12712700"/>
            <a:ext cx="54864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8" name="Google Shape;168;g3f5e4837be4_0_599"/>
          <p:cNvSpPr txBox="1"/>
          <p:nvPr>
            <p:ph idx="12" type="sldNum"/>
          </p:nvPr>
        </p:nvSpPr>
        <p:spPr>
          <a:xfrm>
            <a:off x="17221200" y="12712700"/>
            <a:ext cx="548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6350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635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4">
  <p:cSld name="TITLE_AND_BODY_18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e4837be4_0_605"/>
          <p:cNvSpPr txBox="1"/>
          <p:nvPr>
            <p:ph type="title"/>
          </p:nvPr>
        </p:nvSpPr>
        <p:spPr>
          <a:xfrm>
            <a:off x="1206500" y="1079500"/>
            <a:ext cx="219711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  <a:defRPr/>
            </a:lvl9pPr>
          </a:lstStyle>
          <a:p/>
        </p:txBody>
      </p:sp>
      <p:sp>
        <p:nvSpPr>
          <p:cNvPr id="171" name="Google Shape;171;g3f5e4837be4_0_605"/>
          <p:cNvSpPr txBox="1"/>
          <p:nvPr>
            <p:ph idx="1" type="body"/>
          </p:nvPr>
        </p:nvSpPr>
        <p:spPr>
          <a:xfrm>
            <a:off x="1206500" y="2372962"/>
            <a:ext cx="219711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1" sz="5600"/>
            </a:lvl1pPr>
            <a:lvl2pPr indent="-361950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5pPr>
            <a:lvl6pPr indent="-361950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6pPr>
            <a:lvl7pPr indent="-361950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7pPr>
            <a:lvl8pPr indent="-361950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8pPr>
            <a:lvl9pPr indent="-361950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172" name="Google Shape;172;g3f5e4837be4_0_605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1pPr>
            <a:lvl2pPr indent="-361950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5pPr>
            <a:lvl6pPr indent="-361950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6pPr>
            <a:lvl7pPr indent="-361950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7pPr>
            <a:lvl8pPr indent="-361950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8pPr>
            <a:lvl9pPr indent="-361950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173" name="Google Shape;173;g3f5e4837be4_0_605"/>
          <p:cNvSpPr txBox="1"/>
          <p:nvPr>
            <p:ph idx="12" type="sldNum"/>
          </p:nvPr>
        </p:nvSpPr>
        <p:spPr>
          <a:xfrm>
            <a:off x="12001499" y="13080999"/>
            <a:ext cx="3687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Helvetica Neue"/>
              <a:buNone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9">
  <p:cSld name="TITLE_AND_BODY_19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e4837be4_0_610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76" name="Google Shape;176;g3f5e4837be4_0_610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77" name="Google Shape;177;g3f5e4837be4_0_610"/>
          <p:cNvSpPr txBox="1"/>
          <p:nvPr>
            <p:ph idx="12" type="sldNum"/>
          </p:nvPr>
        </p:nvSpPr>
        <p:spPr>
          <a:xfrm>
            <a:off x="22593221" y="12435245"/>
            <a:ext cx="1463100" cy="379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e4837be4_0_614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/>
        </p:txBody>
      </p:sp>
      <p:sp>
        <p:nvSpPr>
          <p:cNvPr id="180" name="Google Shape;180;g3f5e4837be4_0_614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SzPts val="2900"/>
              <a:buChar char="○"/>
              <a:defRPr/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SzPts val="2900"/>
              <a:buChar char="■"/>
              <a:defRPr/>
            </a:lvl9pPr>
          </a:lstStyle>
          <a:p/>
        </p:txBody>
      </p:sp>
      <p:sp>
        <p:nvSpPr>
          <p:cNvPr id="181" name="Google Shape;181;g3f5e4837be4_0_614"/>
          <p:cNvSpPr txBox="1"/>
          <p:nvPr>
            <p:ph idx="12" type="sldNum"/>
          </p:nvPr>
        </p:nvSpPr>
        <p:spPr>
          <a:xfrm>
            <a:off x="22593221" y="12435245"/>
            <a:ext cx="1463100" cy="3798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5e4837be4_0_441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Montserrat"/>
              <a:buNone/>
              <a:defRPr sz="7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f5e4837be4_0_441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Lato"/>
              <a:buChar char="●"/>
              <a:defRPr sz="3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12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○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12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■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12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●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12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○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12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■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12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●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12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○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12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Lato"/>
              <a:buChar char="■"/>
              <a:defRPr sz="2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f5e4837be4_0_44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9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hyperlink" Target="http://www.lcermf.or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Relationship Id="rId4" Type="http://schemas.openxmlformats.org/officeDocument/2006/relationships/image" Target="../media/image17.jpg"/><Relationship Id="rId5" Type="http://schemas.openxmlformats.org/officeDocument/2006/relationships/image" Target="../media/image83.jpg"/><Relationship Id="rId6" Type="http://schemas.openxmlformats.org/officeDocument/2006/relationships/image" Target="../media/image8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image" Target="../media/image81.jpg"/><Relationship Id="rId5" Type="http://schemas.openxmlformats.org/officeDocument/2006/relationships/image" Target="../media/image17.jpg"/><Relationship Id="rId6" Type="http://schemas.openxmlformats.org/officeDocument/2006/relationships/image" Target="../media/image8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18.jpg"/><Relationship Id="rId5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7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7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Relationship Id="rId4" Type="http://schemas.openxmlformats.org/officeDocument/2006/relationships/image" Target="../media/image30.jpg"/><Relationship Id="rId5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jpg"/><Relationship Id="rId4" Type="http://schemas.openxmlformats.org/officeDocument/2006/relationships/image" Target="../media/image3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5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4.jpg"/><Relationship Id="rId4" Type="http://schemas.openxmlformats.org/officeDocument/2006/relationships/image" Target="../media/image59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jpg"/><Relationship Id="rId4" Type="http://schemas.openxmlformats.org/officeDocument/2006/relationships/image" Target="../media/image5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3.jpg"/><Relationship Id="rId4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0.jpg"/><Relationship Id="rId4" Type="http://schemas.openxmlformats.org/officeDocument/2006/relationships/image" Target="../media/image7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3.jpg"/><Relationship Id="rId4" Type="http://schemas.openxmlformats.org/officeDocument/2006/relationships/image" Target="../media/image67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5.xml"/><Relationship Id="rId3" Type="http://schemas.openxmlformats.org/officeDocument/2006/relationships/hyperlink" Target="mailto:blengikephp@gmail.com" TargetMode="External"/><Relationship Id="rId4" Type="http://schemas.openxmlformats.org/officeDocument/2006/relationships/image" Target="../media/image62.png"/><Relationship Id="rId9" Type="http://schemas.openxmlformats.org/officeDocument/2006/relationships/image" Target="../media/image72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8.png"/><Relationship Id="rId11" Type="http://schemas.openxmlformats.org/officeDocument/2006/relationships/hyperlink" Target="https://www.youtube.com/@BlessingIkejemba" TargetMode="External"/><Relationship Id="rId10" Type="http://schemas.openxmlformats.org/officeDocument/2006/relationships/image" Target="../media/image44.png"/><Relationship Id="rId13" Type="http://schemas.openxmlformats.org/officeDocument/2006/relationships/image" Target="../media/image73.png"/><Relationship Id="rId12" Type="http://schemas.openxmlformats.org/officeDocument/2006/relationships/hyperlink" Target="https://www.youtube.com/@BlessingIkejemba" TargetMode="External"/><Relationship Id="rId14" Type="http://schemas.openxmlformats.org/officeDocument/2006/relationships/image" Target="../media/image6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188" name="Google Shape;188;p1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1.png" id="189" name="Google Shape;1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45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dee732214_0_6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3dee732214_0_6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3dee732214_0_6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g33dee73221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00" y="0"/>
            <a:ext cx="2036657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3dee732214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84800" y="0"/>
            <a:ext cx="10735148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3dee732214_0_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Syracuse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936e50b7c_0_451"/>
          <p:cNvSpPr txBox="1"/>
          <p:nvPr>
            <p:ph type="title"/>
          </p:nvPr>
        </p:nvSpPr>
        <p:spPr>
          <a:xfrm>
            <a:off x="10677825" y="95026"/>
            <a:ext cx="13687800" cy="15633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Merriweather"/>
                <a:ea typeface="Merriweather"/>
                <a:cs typeface="Merriweather"/>
                <a:sym typeface="Merriweather"/>
              </a:rPr>
              <a:t>My Why?</a:t>
            </a:r>
            <a:endParaRPr i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5" name="Google Shape;205;g3d936e50b7c_0_451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g3d936e50b7c_0_4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735148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d936e50b7c_0_4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Syracuse</a:t>
            </a:r>
            <a:endParaRPr/>
          </a:p>
        </p:txBody>
      </p:sp>
      <p:pic>
        <p:nvPicPr>
          <p:cNvPr id="208" name="Google Shape;208;g3d936e50b7c_0_4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1925" y="1658397"/>
            <a:ext cx="8651051" cy="1199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d936e50b7c_0_4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51455" y="1584322"/>
            <a:ext cx="6468533" cy="1219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d936e50b7c_0_4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9675" y="7398625"/>
            <a:ext cx="4607150" cy="625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3d936e50b7c_0_3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0372" y="406400"/>
            <a:ext cx="8594934" cy="129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d936e50b7c_0_306"/>
          <p:cNvSpPr txBox="1"/>
          <p:nvPr/>
        </p:nvSpPr>
        <p:spPr>
          <a:xfrm>
            <a:off x="671533" y="1913267"/>
            <a:ext cx="10412100" cy="112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Life Changers Education, Research and Medical Foundation (LCERMF) is Live!</a:t>
            </a:r>
            <a:endParaRPr sz="6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www.lcermf.org</a:t>
            </a:r>
            <a:endParaRPr sz="6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Share the news and support us to eradicate Malaria and provide Scholarship to the less privileged!</a:t>
            </a:r>
            <a:endParaRPr sz="6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g3d936e50b7c_0_306"/>
          <p:cNvSpPr txBox="1"/>
          <p:nvPr/>
        </p:nvSpPr>
        <p:spPr>
          <a:xfrm>
            <a:off x="481467" y="329467"/>
            <a:ext cx="102000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OUR NON-PROFIT IS LIVE!!</a:t>
            </a:r>
            <a:endParaRPr b="1" sz="5900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41fb5f574_0_19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/>
              <a:t>Joke of the Day</a:t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g3c41fb5f574_0_19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224" name="Google Shape;224;g3c41fb5f574_0_19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rPr b="1" lang="en-US" sz="6300"/>
              <a:t>Have you heard the joke about yoga. </a:t>
            </a:r>
            <a:endParaRPr b="1" sz="6300"/>
          </a:p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1" sz="6300"/>
          </a:p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rPr b="1" lang="en-US" sz="6300"/>
              <a:t>Nevermind its a bit of a stretch</a:t>
            </a:r>
            <a:endParaRPr b="1" sz="6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229" name="Google Shape;229;g3f5e4837be4_0_4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0" y="0"/>
            <a:ext cx="245745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234" name="Google Shape;234;g3f5e4837be4_0_4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0" y="0"/>
            <a:ext cx="245745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41fb5f574_0_8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/>
              <a:t>Joke of the Day</a:t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g3c41fb5f574_0_8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241" name="Google Shape;241;g3c41fb5f574_0_8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rPr b="1" lang="en-US" sz="6300"/>
              <a:t>Why can't you trust atoms?</a:t>
            </a:r>
            <a:endParaRPr b="1" sz="6300"/>
          </a:p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1" sz="6300"/>
          </a:p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1" sz="6300"/>
          </a:p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rPr b="1" lang="en-US" sz="6300"/>
              <a:t>Because they make up everything!</a:t>
            </a:r>
            <a:endParaRPr b="1" sz="6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1" sz="6300"/>
          </a:p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1" sz="6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b1894eed1_1_0"/>
          <p:cNvSpPr txBox="1"/>
          <p:nvPr>
            <p:ph type="title"/>
          </p:nvPr>
        </p:nvSpPr>
        <p:spPr>
          <a:xfrm>
            <a:off x="1206500" y="-1071552"/>
            <a:ext cx="21971100" cy="10263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b1894eed1_1_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9b1894eed1_1_0"/>
          <p:cNvSpPr txBox="1"/>
          <p:nvPr>
            <p:ph idx="2" type="body"/>
          </p:nvPr>
        </p:nvSpPr>
        <p:spPr>
          <a:xfrm>
            <a:off x="1529492" y="4591404"/>
            <a:ext cx="153642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g39b1894eed1_1_0" title="IMG_337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325" y="538675"/>
            <a:ext cx="17562893" cy="1317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df4be98b9_0_55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3df4be98b9_0_55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3df4be98b9_0_55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g33df4be98b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08" y="17660"/>
            <a:ext cx="11576699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3df4be98b9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0692" y="17660"/>
            <a:ext cx="11031874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4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265" name="Google Shape;265;p4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4.png" id="266" name="Google Shape;2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26e80188d_0_6"/>
          <p:cNvSpPr txBox="1"/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226e80188d_0_6"/>
          <p:cNvSpPr txBox="1"/>
          <p:nvPr>
            <p:ph idx="1" type="subTitle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g3226e80188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" y="719325"/>
            <a:ext cx="24384005" cy="13716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795739f72_0_0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795739f72_0_0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g3f795739f7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384005" cy="13716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83f8016cf_0_0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783f8016cf_0_0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g3783f8016c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384005" cy="13716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6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294" name="Google Shape;294;p6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6.png" id="295" name="Google Shape;2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7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302" name="Google Shape;302;p7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7.png" id="303" name="Google Shape;3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8c8f8d4d8e9d09_0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g228c8f8d4d8e9d09_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314" name="Google Shape;314;g228c8f8d4d8e9d09_0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1.png" id="315" name="Google Shape;315;g228c8f8d4d8e9d09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0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228c8f8d4d8e9d09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1950" y="0"/>
            <a:ext cx="10892124" cy="138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228c8f8d4d8e9d09_0"/>
          <p:cNvPicPr preferRelativeResize="0"/>
          <p:nvPr/>
        </p:nvPicPr>
        <p:blipFill rotWithShape="1">
          <a:blip r:embed="rId5">
            <a:alphaModFix/>
          </a:blip>
          <a:srcRect b="10280" l="0" r="0" t="7874"/>
          <a:stretch/>
        </p:blipFill>
        <p:spPr>
          <a:xfrm>
            <a:off x="16606508" y="-1"/>
            <a:ext cx="7893490" cy="1400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228c8f8d4d8e9d09_0"/>
          <p:cNvPicPr preferRelativeResize="0"/>
          <p:nvPr/>
        </p:nvPicPr>
        <p:blipFill rotWithShape="1">
          <a:blip r:embed="rId6">
            <a:alphaModFix/>
          </a:blip>
          <a:srcRect b="8841" l="0" r="0" t="4316"/>
          <a:stretch/>
        </p:blipFill>
        <p:spPr>
          <a:xfrm>
            <a:off x="116000" y="0"/>
            <a:ext cx="7285141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228c8f8d4d8e9d09_0"/>
          <p:cNvSpPr txBox="1"/>
          <p:nvPr/>
        </p:nvSpPr>
        <p:spPr>
          <a:xfrm>
            <a:off x="366375" y="9937800"/>
            <a:ext cx="7035000" cy="12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Juan Maldonando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Director of Field Training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g228c8f8d4d8e9d09_0"/>
          <p:cNvSpPr txBox="1"/>
          <p:nvPr/>
        </p:nvSpPr>
        <p:spPr>
          <a:xfrm>
            <a:off x="16936775" y="10708450"/>
            <a:ext cx="7447200" cy="12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 Chapman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SMD, Annuity Wholesaler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28c8f8d4d8e9d09_12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6" name="Google Shape;326;g228c8f8d4d8e9d09_12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327" name="Google Shape;327;g228c8f8d4d8e9d09_12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1.png" id="328" name="Google Shape;328;g228c8f8d4d8e9d09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0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228c8f8d4d8e9d09_12"/>
          <p:cNvPicPr preferRelativeResize="0"/>
          <p:nvPr/>
        </p:nvPicPr>
        <p:blipFill rotWithShape="1">
          <a:blip r:embed="rId4">
            <a:alphaModFix/>
          </a:blip>
          <a:srcRect b="10280" l="0" r="0" t="7874"/>
          <a:stretch/>
        </p:blipFill>
        <p:spPr>
          <a:xfrm>
            <a:off x="16494279" y="13"/>
            <a:ext cx="8025600" cy="1424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228c8f8d4d8e9d09_12"/>
          <p:cNvPicPr preferRelativeResize="0"/>
          <p:nvPr/>
        </p:nvPicPr>
        <p:blipFill rotWithShape="1">
          <a:blip r:embed="rId5">
            <a:alphaModFix/>
          </a:blip>
          <a:srcRect b="0" l="0" r="5357" t="0"/>
          <a:stretch/>
        </p:blipFill>
        <p:spPr>
          <a:xfrm>
            <a:off x="7298625" y="25"/>
            <a:ext cx="10703876" cy="1424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228c8f8d4d8e9d09_12"/>
          <p:cNvPicPr preferRelativeResize="0"/>
          <p:nvPr/>
        </p:nvPicPr>
        <p:blipFill rotWithShape="1">
          <a:blip r:embed="rId6">
            <a:alphaModFix/>
          </a:blip>
          <a:srcRect b="10280" l="0" r="0" t="7874"/>
          <a:stretch/>
        </p:blipFill>
        <p:spPr>
          <a:xfrm>
            <a:off x="1509" y="1"/>
            <a:ext cx="8025592" cy="1424139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228c8f8d4d8e9d09_12"/>
          <p:cNvSpPr txBox="1"/>
          <p:nvPr/>
        </p:nvSpPr>
        <p:spPr>
          <a:xfrm>
            <a:off x="366375" y="9937800"/>
            <a:ext cx="7035000" cy="12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Patrick Bet-David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Founder CEO, PHP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3" name="Google Shape;333;g228c8f8d4d8e9d09_12"/>
          <p:cNvSpPr txBox="1"/>
          <p:nvPr/>
        </p:nvSpPr>
        <p:spPr>
          <a:xfrm>
            <a:off x="18057334" y="10158900"/>
            <a:ext cx="6191700" cy="183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Matt Sapaula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Senior Board Council, PHP</a:t>
            </a:r>
            <a:endParaRPr b="1" sz="45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8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340" name="Google Shape;340;p8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8.png" id="341" name="Google Shape;3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ea3bc2fc3_0_0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ea3bc2fc3_0_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ea3bc2fc3_0_0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g3eea3bc2fc3_0_0" title="687875591_1395991192569900_3418633247914076035_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36639" y="-90238"/>
            <a:ext cx="31657288" cy="138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g36359eb12da_0_6" title="EVENT SLIDES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5"/>
            <a:ext cx="24384000" cy="13716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6359eb12da_0_6" title="EVENT SLIDES (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0"/>
            <a:ext cx="24384000" cy="13716014"/>
          </a:xfrm>
          <a:prstGeom prst="rect">
            <a:avLst/>
          </a:prstGeom>
          <a:noFill/>
          <a:ln cap="flat" cmpd="sng" w="25400">
            <a:solidFill>
              <a:srgbClr val="130A6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6" name="Google Shape;356;g36359eb12da_0_6"/>
          <p:cNvSpPr/>
          <p:nvPr/>
        </p:nvSpPr>
        <p:spPr>
          <a:xfrm>
            <a:off x="7617467" y="6461267"/>
            <a:ext cx="9499200" cy="2176800"/>
          </a:xfrm>
          <a:prstGeom prst="rect">
            <a:avLst/>
          </a:prstGeom>
          <a:solidFill>
            <a:srgbClr val="1C0B6B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g36359eb12da_0_6"/>
          <p:cNvSpPr txBox="1"/>
          <p:nvPr/>
        </p:nvSpPr>
        <p:spPr>
          <a:xfrm>
            <a:off x="7473059" y="6277267"/>
            <a:ext cx="9788100" cy="2539800"/>
          </a:xfrm>
          <a:prstGeom prst="rect">
            <a:avLst/>
          </a:prstGeom>
          <a:solidFill>
            <a:srgbClr val="00008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13 DAYS</a:t>
            </a:r>
            <a:endParaRPr sz="1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A2B29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g36359eb12d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200" y="0"/>
            <a:ext cx="11135609" cy="1371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5e4837be4_0_135"/>
          <p:cNvSpPr/>
          <p:nvPr/>
        </p:nvSpPr>
        <p:spPr>
          <a:xfrm>
            <a:off x="8746461" y="-3622176"/>
            <a:ext cx="19702800" cy="2096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5e4837be4_0_135"/>
          <p:cNvSpPr/>
          <p:nvPr/>
        </p:nvSpPr>
        <p:spPr>
          <a:xfrm>
            <a:off x="15190279" y="3617839"/>
            <a:ext cx="10448100" cy="11114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g3f5e4837be4_0_135"/>
          <p:cNvCxnSpPr/>
          <p:nvPr/>
        </p:nvCxnSpPr>
        <p:spPr>
          <a:xfrm>
            <a:off x="1436061" y="3697244"/>
            <a:ext cx="9608400" cy="0"/>
          </a:xfrm>
          <a:prstGeom prst="straightConnector1">
            <a:avLst/>
          </a:prstGeom>
          <a:noFill/>
          <a:ln cap="rnd" cmpd="sng" w="152400">
            <a:solidFill>
              <a:srgbClr val="A990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g3f5e4837be4_0_135"/>
          <p:cNvSpPr txBox="1"/>
          <p:nvPr/>
        </p:nvSpPr>
        <p:spPr>
          <a:xfrm>
            <a:off x="1168400" y="4178108"/>
            <a:ext cx="13946700" cy="6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79"/>
              </a:lnSpc>
              <a:spcBef>
                <a:spcPts val="0"/>
              </a:spcBef>
              <a:spcAft>
                <a:spcPts val="0"/>
              </a:spcAft>
              <a:buClr>
                <a:srgbClr val="142D5F"/>
              </a:buClr>
              <a:buSzPts val="20300"/>
              <a:buFont typeface="Anton"/>
              <a:buNone/>
            </a:pPr>
            <a:r>
              <a:rPr b="1" i="0" lang="en-US" sz="20300" u="none" cap="none" strike="noStrike">
                <a:solidFill>
                  <a:srgbClr val="142D5F"/>
                </a:solidFill>
                <a:latin typeface="Anton"/>
                <a:ea typeface="Anton"/>
                <a:cs typeface="Anton"/>
                <a:sym typeface="Anton"/>
              </a:rPr>
              <a:t>5 HOMES </a:t>
            </a:r>
            <a:endParaRPr sz="1900"/>
          </a:p>
          <a:p>
            <a:pPr indent="0" lvl="0" marL="0" marR="0" rtl="0" algn="l">
              <a:lnSpc>
                <a:spcPct val="119079"/>
              </a:lnSpc>
              <a:spcBef>
                <a:spcPts val="0"/>
              </a:spcBef>
              <a:spcAft>
                <a:spcPts val="0"/>
              </a:spcAft>
              <a:buClr>
                <a:srgbClr val="142D5F"/>
              </a:buClr>
              <a:buSzPts val="20300"/>
              <a:buFont typeface="Anton"/>
              <a:buNone/>
            </a:pPr>
            <a:r>
              <a:rPr b="1" i="0" lang="en-US" sz="20300" u="none" cap="none" strike="noStrike">
                <a:solidFill>
                  <a:srgbClr val="142D5F"/>
                </a:solidFill>
                <a:latin typeface="Anton"/>
                <a:ea typeface="Anton"/>
                <a:cs typeface="Anton"/>
                <a:sym typeface="Anton"/>
              </a:rPr>
              <a:t>OF MONEY</a:t>
            </a:r>
            <a:endParaRPr sz="1900"/>
          </a:p>
        </p:txBody>
      </p:sp>
      <p:pic>
        <p:nvPicPr>
          <p:cNvPr descr="FullSizeRender.jpg" id="371" name="Google Shape;371;g3f5e4837be4_0_135"/>
          <p:cNvPicPr preferRelativeResize="0"/>
          <p:nvPr/>
        </p:nvPicPr>
        <p:blipFill rotWithShape="1">
          <a:blip r:embed="rId4">
            <a:alphaModFix/>
          </a:blip>
          <a:srcRect b="0" l="15866" r="15866" t="49520"/>
          <a:stretch/>
        </p:blipFill>
        <p:spPr>
          <a:xfrm>
            <a:off x="1388259" y="2192547"/>
            <a:ext cx="3517553" cy="130797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f5e4837be4_0_135"/>
          <p:cNvSpPr/>
          <p:nvPr/>
        </p:nvSpPr>
        <p:spPr>
          <a:xfrm>
            <a:off x="1158328" y="11975851"/>
            <a:ext cx="626400" cy="626400"/>
          </a:xfrm>
          <a:prstGeom prst="rect">
            <a:avLst/>
          </a:prstGeom>
          <a:solidFill>
            <a:srgbClr val="142D5F"/>
          </a:solidFill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f5e4837be4_0_135"/>
          <p:cNvSpPr/>
          <p:nvPr/>
        </p:nvSpPr>
        <p:spPr>
          <a:xfrm>
            <a:off x="2149371" y="11975851"/>
            <a:ext cx="626400" cy="626400"/>
          </a:xfrm>
          <a:prstGeom prst="rect">
            <a:avLst/>
          </a:prstGeom>
          <a:solidFill>
            <a:srgbClr val="A9905F"/>
          </a:solidFill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5e4837be4_0_135"/>
          <p:cNvSpPr/>
          <p:nvPr/>
        </p:nvSpPr>
        <p:spPr>
          <a:xfrm>
            <a:off x="3140415" y="11975851"/>
            <a:ext cx="626400" cy="6264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5e4837be4_0_135"/>
          <p:cNvSpPr/>
          <p:nvPr/>
        </p:nvSpPr>
        <p:spPr>
          <a:xfrm>
            <a:off x="3927700" y="11862132"/>
            <a:ext cx="6046800" cy="853500"/>
          </a:xfrm>
          <a:prstGeom prst="rect">
            <a:avLst/>
          </a:prstGeom>
          <a:blipFill rotWithShape="1">
            <a:blip r:embed="rId5">
              <a:alphaModFix amt="305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llSizeRender.jpg" id="380" name="Google Shape;380;h2a513309cbb30330_0_0"/>
          <p:cNvPicPr preferRelativeResize="0"/>
          <p:nvPr/>
        </p:nvPicPr>
        <p:blipFill rotWithShape="1">
          <a:blip r:embed="rId3">
            <a:alphaModFix amt="36489"/>
          </a:blip>
          <a:srcRect b="0" l="15866" r="15866" t="48565"/>
          <a:stretch/>
        </p:blipFill>
        <p:spPr>
          <a:xfrm>
            <a:off x="623557" y="12122376"/>
            <a:ext cx="2435338" cy="114444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h2a513309cbb30330_0_0"/>
          <p:cNvSpPr txBox="1"/>
          <p:nvPr/>
        </p:nvSpPr>
        <p:spPr>
          <a:xfrm>
            <a:off x="5909109" y="723972"/>
            <a:ext cx="125655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7200"/>
              <a:buFont typeface="Poppins"/>
              <a:buNone/>
            </a:pPr>
            <a:r>
              <a:rPr b="0" i="0" lang="en-US" sz="72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5 HOMES OF </a:t>
            </a:r>
            <a:r>
              <a:rPr b="1" i="0" lang="en-US" sz="7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MONEY</a:t>
            </a:r>
            <a:endParaRPr sz="1900"/>
          </a:p>
        </p:txBody>
      </p:sp>
      <p:grpSp>
        <p:nvGrpSpPr>
          <p:cNvPr id="382" name="Google Shape;382;h2a513309cbb30330_0_0"/>
          <p:cNvGrpSpPr/>
          <p:nvPr/>
        </p:nvGrpSpPr>
        <p:grpSpPr>
          <a:xfrm>
            <a:off x="856292" y="5488112"/>
            <a:ext cx="4321092" cy="879178"/>
            <a:chOff x="-1" y="0"/>
            <a:chExt cx="3240900" cy="659400"/>
          </a:xfrm>
        </p:grpSpPr>
        <p:sp>
          <p:nvSpPr>
            <p:cNvPr id="383" name="Google Shape;383;h2a513309cbb30330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h2a513309cbb30330_0_0"/>
            <p:cNvSpPr txBox="1"/>
            <p:nvPr/>
          </p:nvSpPr>
          <p:spPr>
            <a:xfrm>
              <a:off x="79069" y="121465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SAFETY OF PRINCIPAL</a:t>
              </a:r>
              <a:endParaRPr sz="1900"/>
            </a:p>
          </p:txBody>
        </p:sp>
      </p:grpSp>
      <p:grpSp>
        <p:nvGrpSpPr>
          <p:cNvPr id="385" name="Google Shape;385;h2a513309cbb30330_0_0"/>
          <p:cNvGrpSpPr/>
          <p:nvPr/>
        </p:nvGrpSpPr>
        <p:grpSpPr>
          <a:xfrm>
            <a:off x="856292" y="6825723"/>
            <a:ext cx="4321092" cy="879178"/>
            <a:chOff x="-1" y="0"/>
            <a:chExt cx="3240900" cy="659400"/>
          </a:xfrm>
        </p:grpSpPr>
        <p:sp>
          <p:nvSpPr>
            <p:cNvPr id="386" name="Google Shape;386;h2a513309cbb30330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h2a513309cbb30330_0_0"/>
            <p:cNvSpPr txBox="1"/>
            <p:nvPr/>
          </p:nvSpPr>
          <p:spPr>
            <a:xfrm>
              <a:off x="79069" y="121464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TAX DEDUCTIBLE</a:t>
              </a:r>
              <a:endParaRPr sz="1900"/>
            </a:p>
          </p:txBody>
        </p:sp>
      </p:grpSp>
      <p:grpSp>
        <p:nvGrpSpPr>
          <p:cNvPr id="388" name="Google Shape;388;h2a513309cbb30330_0_0"/>
          <p:cNvGrpSpPr/>
          <p:nvPr/>
        </p:nvGrpSpPr>
        <p:grpSpPr>
          <a:xfrm>
            <a:off x="856292" y="8163335"/>
            <a:ext cx="4321092" cy="879178"/>
            <a:chOff x="-1" y="0"/>
            <a:chExt cx="3240900" cy="659400"/>
          </a:xfrm>
        </p:grpSpPr>
        <p:sp>
          <p:nvSpPr>
            <p:cNvPr id="389" name="Google Shape;389;h2a513309cbb30330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h2a513309cbb30330_0_0"/>
            <p:cNvSpPr txBox="1"/>
            <p:nvPr/>
          </p:nvSpPr>
          <p:spPr>
            <a:xfrm>
              <a:off x="79069" y="140340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TAX ADVANTAGE</a:t>
              </a:r>
              <a:endParaRPr sz="1900"/>
            </a:p>
          </p:txBody>
        </p:sp>
      </p:grpSp>
      <p:grpSp>
        <p:nvGrpSpPr>
          <p:cNvPr id="391" name="Google Shape;391;h2a513309cbb30330_0_0"/>
          <p:cNvGrpSpPr/>
          <p:nvPr/>
        </p:nvGrpSpPr>
        <p:grpSpPr>
          <a:xfrm>
            <a:off x="856292" y="9500947"/>
            <a:ext cx="4321092" cy="879178"/>
            <a:chOff x="-1" y="0"/>
            <a:chExt cx="3240900" cy="659400"/>
          </a:xfrm>
        </p:grpSpPr>
        <p:sp>
          <p:nvSpPr>
            <p:cNvPr id="392" name="Google Shape;392;h2a513309cbb30330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h2a513309cbb30330_0_0"/>
            <p:cNvSpPr txBox="1"/>
            <p:nvPr/>
          </p:nvSpPr>
          <p:spPr>
            <a:xfrm>
              <a:off x="79069" y="121464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GROWTH</a:t>
              </a:r>
              <a:endParaRPr sz="1900"/>
            </a:p>
          </p:txBody>
        </p:sp>
      </p:grpSp>
      <p:grpSp>
        <p:nvGrpSpPr>
          <p:cNvPr id="394" name="Google Shape;394;h2a513309cbb30330_0_0"/>
          <p:cNvGrpSpPr/>
          <p:nvPr/>
        </p:nvGrpSpPr>
        <p:grpSpPr>
          <a:xfrm>
            <a:off x="856293" y="10838555"/>
            <a:ext cx="4321092" cy="879178"/>
            <a:chOff x="0" y="0"/>
            <a:chExt cx="3240900" cy="659400"/>
          </a:xfrm>
        </p:grpSpPr>
        <p:sp>
          <p:nvSpPr>
            <p:cNvPr id="395" name="Google Shape;395;h2a513309cbb30330_0_0"/>
            <p:cNvSpPr/>
            <p:nvPr/>
          </p:nvSpPr>
          <p:spPr>
            <a:xfrm>
              <a:off x="0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h2a513309cbb30330_0_0"/>
            <p:cNvSpPr txBox="1"/>
            <p:nvPr/>
          </p:nvSpPr>
          <p:spPr>
            <a:xfrm>
              <a:off x="79069" y="813"/>
              <a:ext cx="308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500"/>
                <a:buFont typeface="Poppins"/>
                <a:buNone/>
              </a:pPr>
              <a:r>
                <a:rPr b="1" i="0" lang="en-US" sz="45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SCORE</a:t>
              </a:r>
              <a:endParaRPr sz="1900"/>
            </a:p>
          </p:txBody>
        </p:sp>
      </p:grpSp>
      <p:grpSp>
        <p:nvGrpSpPr>
          <p:cNvPr id="397" name="Google Shape;397;h2a513309cbb30330_0_0"/>
          <p:cNvGrpSpPr/>
          <p:nvPr/>
        </p:nvGrpSpPr>
        <p:grpSpPr>
          <a:xfrm>
            <a:off x="856292" y="4150499"/>
            <a:ext cx="4321092" cy="879178"/>
            <a:chOff x="-1" y="0"/>
            <a:chExt cx="3240900" cy="659400"/>
          </a:xfrm>
        </p:grpSpPr>
        <p:sp>
          <p:nvSpPr>
            <p:cNvPr id="398" name="Google Shape;398;h2a513309cbb30330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h2a513309cbb30330_0_0"/>
            <p:cNvSpPr txBox="1"/>
            <p:nvPr/>
          </p:nvSpPr>
          <p:spPr>
            <a:xfrm>
              <a:off x="79069" y="121464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LIQUIDITY</a:t>
              </a:r>
              <a:endParaRPr sz="1900"/>
            </a:p>
          </p:txBody>
        </p:sp>
      </p:grpSp>
      <p:grpSp>
        <p:nvGrpSpPr>
          <p:cNvPr id="400" name="Google Shape;400;h2a513309cbb30330_0_0"/>
          <p:cNvGrpSpPr/>
          <p:nvPr/>
        </p:nvGrpSpPr>
        <p:grpSpPr>
          <a:xfrm>
            <a:off x="13135899" y="2675755"/>
            <a:ext cx="2967622" cy="9041690"/>
            <a:chOff x="-2" y="-2"/>
            <a:chExt cx="2225772" cy="6781437"/>
          </a:xfrm>
        </p:grpSpPr>
        <p:sp>
          <p:nvSpPr>
            <p:cNvPr id="401" name="Google Shape;401;h2a513309cbb30330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h2a513309cbb30330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3" name="Google Shape;403;h2a513309cbb30330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h2a513309cbb30330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h2a513309cbb30330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" name="Google Shape;406;h2a513309cbb30330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h2a513309cbb30330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8" name="Google Shape;408;h2a513309cbb30330_0_0"/>
          <p:cNvSpPr txBox="1"/>
          <p:nvPr/>
        </p:nvSpPr>
        <p:spPr>
          <a:xfrm>
            <a:off x="13257816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Qualified Plans</a:t>
            </a:r>
            <a:endParaRPr sz="1900"/>
          </a:p>
        </p:txBody>
      </p:sp>
      <p:sp>
        <p:nvSpPr>
          <p:cNvPr id="409" name="Google Shape;409;h2a513309cbb30330_0_0"/>
          <p:cNvSpPr txBox="1"/>
          <p:nvPr/>
        </p:nvSpPr>
        <p:spPr>
          <a:xfrm>
            <a:off x="13257816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3/5</a:t>
            </a:r>
            <a:endParaRPr sz="1900"/>
          </a:p>
        </p:txBody>
      </p:sp>
      <p:grpSp>
        <p:nvGrpSpPr>
          <p:cNvPr id="410" name="Google Shape;410;h2a513309cbb30330_0_0"/>
          <p:cNvGrpSpPr/>
          <p:nvPr/>
        </p:nvGrpSpPr>
        <p:grpSpPr>
          <a:xfrm>
            <a:off x="14259748" y="4244543"/>
            <a:ext cx="719982" cy="719982"/>
            <a:chOff x="-1" y="-1"/>
            <a:chExt cx="540000" cy="540000"/>
          </a:xfrm>
        </p:grpSpPr>
        <p:sp>
          <p:nvSpPr>
            <p:cNvPr id="411" name="Google Shape;411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h2a513309cbb30330_0_0"/>
          <p:cNvGrpSpPr/>
          <p:nvPr/>
        </p:nvGrpSpPr>
        <p:grpSpPr>
          <a:xfrm>
            <a:off x="14259748" y="9607216"/>
            <a:ext cx="719982" cy="719982"/>
            <a:chOff x="-1" y="-1"/>
            <a:chExt cx="540000" cy="540000"/>
          </a:xfrm>
        </p:grpSpPr>
        <p:sp>
          <p:nvSpPr>
            <p:cNvPr id="414" name="Google Shape;414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h2a513309cbb30330_0_0"/>
          <p:cNvGrpSpPr/>
          <p:nvPr/>
        </p:nvGrpSpPr>
        <p:grpSpPr>
          <a:xfrm>
            <a:off x="14259748" y="5566300"/>
            <a:ext cx="719982" cy="719982"/>
            <a:chOff x="-1" y="-1"/>
            <a:chExt cx="540000" cy="540000"/>
          </a:xfrm>
        </p:grpSpPr>
        <p:sp>
          <p:nvSpPr>
            <p:cNvPr id="417" name="Google Shape;417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h2a513309cbb30330_0_0"/>
          <p:cNvGrpSpPr/>
          <p:nvPr/>
        </p:nvGrpSpPr>
        <p:grpSpPr>
          <a:xfrm>
            <a:off x="16691899" y="2675755"/>
            <a:ext cx="2967622" cy="9041690"/>
            <a:chOff x="-2" y="-2"/>
            <a:chExt cx="2225772" cy="6781437"/>
          </a:xfrm>
        </p:grpSpPr>
        <p:sp>
          <p:nvSpPr>
            <p:cNvPr id="420" name="Google Shape;420;h2a513309cbb30330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h2a513309cbb30330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2" name="Google Shape;422;h2a513309cbb30330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h2a513309cbb30330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" name="Google Shape;424;h2a513309cbb30330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" name="Google Shape;425;h2a513309cbb30330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h2a513309cbb30330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7" name="Google Shape;427;h2a513309cbb30330_0_0"/>
          <p:cNvSpPr txBox="1"/>
          <p:nvPr/>
        </p:nvSpPr>
        <p:spPr>
          <a:xfrm>
            <a:off x="16813816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 Estate</a:t>
            </a:r>
            <a:endParaRPr sz="1900"/>
          </a:p>
        </p:txBody>
      </p:sp>
      <p:sp>
        <p:nvSpPr>
          <p:cNvPr id="428" name="Google Shape;428;h2a513309cbb30330_0_0"/>
          <p:cNvSpPr txBox="1"/>
          <p:nvPr/>
        </p:nvSpPr>
        <p:spPr>
          <a:xfrm>
            <a:off x="16813816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2/5</a:t>
            </a:r>
            <a:endParaRPr sz="1900"/>
          </a:p>
        </p:txBody>
      </p:sp>
      <p:grpSp>
        <p:nvGrpSpPr>
          <p:cNvPr id="429" name="Google Shape;429;h2a513309cbb30330_0_0"/>
          <p:cNvGrpSpPr/>
          <p:nvPr/>
        </p:nvGrpSpPr>
        <p:grpSpPr>
          <a:xfrm>
            <a:off x="17815748" y="9607216"/>
            <a:ext cx="719982" cy="719982"/>
            <a:chOff x="-1" y="-1"/>
            <a:chExt cx="540000" cy="540000"/>
          </a:xfrm>
        </p:grpSpPr>
        <p:sp>
          <p:nvSpPr>
            <p:cNvPr id="430" name="Google Shape;430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h2a513309cbb30330_0_0"/>
          <p:cNvGrpSpPr/>
          <p:nvPr/>
        </p:nvGrpSpPr>
        <p:grpSpPr>
          <a:xfrm>
            <a:off x="17815748" y="4244543"/>
            <a:ext cx="719982" cy="719982"/>
            <a:chOff x="-1" y="-1"/>
            <a:chExt cx="540000" cy="540000"/>
          </a:xfrm>
        </p:grpSpPr>
        <p:sp>
          <p:nvSpPr>
            <p:cNvPr id="433" name="Google Shape;433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h2a513309cbb30330_0_0"/>
          <p:cNvGrpSpPr/>
          <p:nvPr/>
        </p:nvGrpSpPr>
        <p:grpSpPr>
          <a:xfrm>
            <a:off x="17815748" y="5566300"/>
            <a:ext cx="719982" cy="719982"/>
            <a:chOff x="-1" y="-1"/>
            <a:chExt cx="540000" cy="540000"/>
          </a:xfrm>
        </p:grpSpPr>
        <p:sp>
          <p:nvSpPr>
            <p:cNvPr id="436" name="Google Shape;436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h2a513309cbb30330_0_0"/>
          <p:cNvGrpSpPr/>
          <p:nvPr/>
        </p:nvGrpSpPr>
        <p:grpSpPr>
          <a:xfrm>
            <a:off x="17815748" y="6939764"/>
            <a:ext cx="719982" cy="719982"/>
            <a:chOff x="-1" y="-1"/>
            <a:chExt cx="540000" cy="540000"/>
          </a:xfrm>
        </p:grpSpPr>
        <p:sp>
          <p:nvSpPr>
            <p:cNvPr id="439" name="Google Shape;439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h2a513309cbb30330_0_0"/>
          <p:cNvGrpSpPr/>
          <p:nvPr/>
        </p:nvGrpSpPr>
        <p:grpSpPr>
          <a:xfrm>
            <a:off x="20298699" y="2675755"/>
            <a:ext cx="2967622" cy="9041690"/>
            <a:chOff x="-2" y="-2"/>
            <a:chExt cx="2225772" cy="6781437"/>
          </a:xfrm>
        </p:grpSpPr>
        <p:sp>
          <p:nvSpPr>
            <p:cNvPr id="442" name="Google Shape;442;h2a513309cbb30330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h2a513309cbb30330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4" name="Google Shape;444;h2a513309cbb30330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" name="Google Shape;445;h2a513309cbb30330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" name="Google Shape;446;h2a513309cbb30330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" name="Google Shape;447;h2a513309cbb30330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" name="Google Shape;448;h2a513309cbb30330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9" name="Google Shape;449;h2a513309cbb30330_0_0"/>
          <p:cNvSpPr txBox="1"/>
          <p:nvPr/>
        </p:nvSpPr>
        <p:spPr>
          <a:xfrm>
            <a:off x="20420617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Life Insurance</a:t>
            </a:r>
            <a:endParaRPr sz="1900"/>
          </a:p>
        </p:txBody>
      </p:sp>
      <p:sp>
        <p:nvSpPr>
          <p:cNvPr id="450" name="Google Shape;450;h2a513309cbb30330_0_0"/>
          <p:cNvSpPr txBox="1"/>
          <p:nvPr/>
        </p:nvSpPr>
        <p:spPr>
          <a:xfrm>
            <a:off x="20420617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4/5</a:t>
            </a:r>
            <a:endParaRPr sz="1900"/>
          </a:p>
        </p:txBody>
      </p:sp>
      <p:grpSp>
        <p:nvGrpSpPr>
          <p:cNvPr id="451" name="Google Shape;451;h2a513309cbb30330_0_0"/>
          <p:cNvGrpSpPr/>
          <p:nvPr/>
        </p:nvGrpSpPr>
        <p:grpSpPr>
          <a:xfrm>
            <a:off x="21422548" y="4244543"/>
            <a:ext cx="719982" cy="719982"/>
            <a:chOff x="-1" y="-1"/>
            <a:chExt cx="540000" cy="540000"/>
          </a:xfrm>
        </p:grpSpPr>
        <p:sp>
          <p:nvSpPr>
            <p:cNvPr id="452" name="Google Shape;452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h2a513309cbb30330_0_0"/>
          <p:cNvGrpSpPr/>
          <p:nvPr/>
        </p:nvGrpSpPr>
        <p:grpSpPr>
          <a:xfrm>
            <a:off x="21422548" y="5566300"/>
            <a:ext cx="719982" cy="719982"/>
            <a:chOff x="-1" y="-1"/>
            <a:chExt cx="540000" cy="540000"/>
          </a:xfrm>
        </p:grpSpPr>
        <p:sp>
          <p:nvSpPr>
            <p:cNvPr id="455" name="Google Shape;455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h2a513309cbb30330_0_0"/>
          <p:cNvGrpSpPr/>
          <p:nvPr/>
        </p:nvGrpSpPr>
        <p:grpSpPr>
          <a:xfrm>
            <a:off x="21422548" y="9607216"/>
            <a:ext cx="719982" cy="719982"/>
            <a:chOff x="-1" y="-1"/>
            <a:chExt cx="540000" cy="540000"/>
          </a:xfrm>
        </p:grpSpPr>
        <p:sp>
          <p:nvSpPr>
            <p:cNvPr id="458" name="Google Shape;458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h2a513309cbb30330_0_0"/>
          <p:cNvGrpSpPr/>
          <p:nvPr/>
        </p:nvGrpSpPr>
        <p:grpSpPr>
          <a:xfrm>
            <a:off x="21422548" y="6939764"/>
            <a:ext cx="719982" cy="719982"/>
            <a:chOff x="-1" y="-1"/>
            <a:chExt cx="540000" cy="540000"/>
          </a:xfrm>
        </p:grpSpPr>
        <p:sp>
          <p:nvSpPr>
            <p:cNvPr id="461" name="Google Shape;461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h2a513309cbb30330_0_0"/>
          <p:cNvGrpSpPr/>
          <p:nvPr/>
        </p:nvGrpSpPr>
        <p:grpSpPr>
          <a:xfrm>
            <a:off x="9656096" y="2675755"/>
            <a:ext cx="2967622" cy="9041690"/>
            <a:chOff x="-2" y="-2"/>
            <a:chExt cx="2225772" cy="6781437"/>
          </a:xfrm>
        </p:grpSpPr>
        <p:sp>
          <p:nvSpPr>
            <p:cNvPr id="464" name="Google Shape;464;h2a513309cbb30330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h2a513309cbb30330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6" name="Google Shape;466;h2a513309cbb30330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h2a513309cbb30330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" name="Google Shape;468;h2a513309cbb30330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" name="Google Shape;469;h2a513309cbb30330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" name="Google Shape;470;h2a513309cbb30330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1" name="Google Shape;471;h2a513309cbb30330_0_0"/>
          <p:cNvSpPr txBox="1"/>
          <p:nvPr/>
        </p:nvSpPr>
        <p:spPr>
          <a:xfrm>
            <a:off x="9778016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Stock Market</a:t>
            </a:r>
            <a:endParaRPr sz="1900"/>
          </a:p>
        </p:txBody>
      </p:sp>
      <p:sp>
        <p:nvSpPr>
          <p:cNvPr id="472" name="Google Shape;472;h2a513309cbb30330_0_0"/>
          <p:cNvSpPr txBox="1"/>
          <p:nvPr/>
        </p:nvSpPr>
        <p:spPr>
          <a:xfrm>
            <a:off x="9778016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2/5</a:t>
            </a:r>
            <a:endParaRPr sz="1900"/>
          </a:p>
        </p:txBody>
      </p:sp>
      <p:grpSp>
        <p:nvGrpSpPr>
          <p:cNvPr id="473" name="Google Shape;473;h2a513309cbb30330_0_0"/>
          <p:cNvGrpSpPr/>
          <p:nvPr/>
        </p:nvGrpSpPr>
        <p:grpSpPr>
          <a:xfrm>
            <a:off x="10779944" y="4244543"/>
            <a:ext cx="719982" cy="719982"/>
            <a:chOff x="-1" y="-1"/>
            <a:chExt cx="540000" cy="540000"/>
          </a:xfrm>
        </p:grpSpPr>
        <p:sp>
          <p:nvSpPr>
            <p:cNvPr id="474" name="Google Shape;474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h2a513309cbb30330_0_0"/>
          <p:cNvGrpSpPr/>
          <p:nvPr/>
        </p:nvGrpSpPr>
        <p:grpSpPr>
          <a:xfrm>
            <a:off x="10779944" y="9607216"/>
            <a:ext cx="719982" cy="719982"/>
            <a:chOff x="-1" y="-1"/>
            <a:chExt cx="540000" cy="540000"/>
          </a:xfrm>
        </p:grpSpPr>
        <p:sp>
          <p:nvSpPr>
            <p:cNvPr id="477" name="Google Shape;477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h2a513309cbb30330_0_0"/>
          <p:cNvGrpSpPr/>
          <p:nvPr/>
        </p:nvGrpSpPr>
        <p:grpSpPr>
          <a:xfrm>
            <a:off x="10779944" y="5566300"/>
            <a:ext cx="719982" cy="719982"/>
            <a:chOff x="-1" y="-1"/>
            <a:chExt cx="540000" cy="540000"/>
          </a:xfrm>
        </p:grpSpPr>
        <p:sp>
          <p:nvSpPr>
            <p:cNvPr id="480" name="Google Shape;480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h2a513309cbb30330_0_0"/>
          <p:cNvGrpSpPr/>
          <p:nvPr/>
        </p:nvGrpSpPr>
        <p:grpSpPr>
          <a:xfrm>
            <a:off x="10779944" y="6939764"/>
            <a:ext cx="719982" cy="719982"/>
            <a:chOff x="-1" y="-1"/>
            <a:chExt cx="540000" cy="540000"/>
          </a:xfrm>
        </p:grpSpPr>
        <p:sp>
          <p:nvSpPr>
            <p:cNvPr id="483" name="Google Shape;483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h2a513309cbb30330_0_0"/>
          <p:cNvGrpSpPr/>
          <p:nvPr/>
        </p:nvGrpSpPr>
        <p:grpSpPr>
          <a:xfrm>
            <a:off x="6125500" y="2675755"/>
            <a:ext cx="2967622" cy="9041690"/>
            <a:chOff x="-2" y="-2"/>
            <a:chExt cx="2225772" cy="6781437"/>
          </a:xfrm>
        </p:grpSpPr>
        <p:sp>
          <p:nvSpPr>
            <p:cNvPr id="486" name="Google Shape;486;h2a513309cbb30330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h2a513309cbb30330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8" name="Google Shape;488;h2a513309cbb30330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" name="Google Shape;489;h2a513309cbb30330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" name="Google Shape;490;h2a513309cbb30330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" name="Google Shape;491;h2a513309cbb30330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" name="Google Shape;492;h2a513309cbb30330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93" name="Google Shape;493;h2a513309cbb30330_0_0"/>
          <p:cNvSpPr txBox="1"/>
          <p:nvPr/>
        </p:nvSpPr>
        <p:spPr>
          <a:xfrm>
            <a:off x="6247423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Banks</a:t>
            </a:r>
            <a:endParaRPr sz="1900"/>
          </a:p>
        </p:txBody>
      </p:sp>
      <p:sp>
        <p:nvSpPr>
          <p:cNvPr id="494" name="Google Shape;494;h2a513309cbb30330_0_0"/>
          <p:cNvSpPr txBox="1"/>
          <p:nvPr/>
        </p:nvSpPr>
        <p:spPr>
          <a:xfrm>
            <a:off x="6247423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2/5</a:t>
            </a:r>
            <a:endParaRPr sz="1900"/>
          </a:p>
        </p:txBody>
      </p:sp>
      <p:grpSp>
        <p:nvGrpSpPr>
          <p:cNvPr id="495" name="Google Shape;495;h2a513309cbb30330_0_0"/>
          <p:cNvGrpSpPr/>
          <p:nvPr/>
        </p:nvGrpSpPr>
        <p:grpSpPr>
          <a:xfrm>
            <a:off x="7249347" y="4244543"/>
            <a:ext cx="719982" cy="719982"/>
            <a:chOff x="-1" y="-1"/>
            <a:chExt cx="540000" cy="540000"/>
          </a:xfrm>
        </p:grpSpPr>
        <p:sp>
          <p:nvSpPr>
            <p:cNvPr id="496" name="Google Shape;496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8" name="Google Shape;498;h2a513309cbb30330_0_0"/>
          <p:cNvGrpSpPr/>
          <p:nvPr/>
        </p:nvGrpSpPr>
        <p:grpSpPr>
          <a:xfrm>
            <a:off x="7249347" y="5566300"/>
            <a:ext cx="719982" cy="719982"/>
            <a:chOff x="-1" y="-1"/>
            <a:chExt cx="540000" cy="540000"/>
          </a:xfrm>
        </p:grpSpPr>
        <p:sp>
          <p:nvSpPr>
            <p:cNvPr id="499" name="Google Shape;499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h2a513309cbb30330_0_0"/>
          <p:cNvGrpSpPr/>
          <p:nvPr/>
        </p:nvGrpSpPr>
        <p:grpSpPr>
          <a:xfrm>
            <a:off x="7223947" y="6939764"/>
            <a:ext cx="719982" cy="719982"/>
            <a:chOff x="-1" y="-1"/>
            <a:chExt cx="540000" cy="540000"/>
          </a:xfrm>
        </p:grpSpPr>
        <p:sp>
          <p:nvSpPr>
            <p:cNvPr id="502" name="Google Shape;502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h2a513309cbb30330_0_0"/>
          <p:cNvGrpSpPr/>
          <p:nvPr/>
        </p:nvGrpSpPr>
        <p:grpSpPr>
          <a:xfrm>
            <a:off x="7249347" y="9607216"/>
            <a:ext cx="719982" cy="719982"/>
            <a:chOff x="-1" y="-1"/>
            <a:chExt cx="540000" cy="540000"/>
          </a:xfrm>
        </p:grpSpPr>
        <p:sp>
          <p:nvSpPr>
            <p:cNvPr id="505" name="Google Shape;505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h2a513309cbb30330_0_0"/>
          <p:cNvGrpSpPr/>
          <p:nvPr/>
        </p:nvGrpSpPr>
        <p:grpSpPr>
          <a:xfrm>
            <a:off x="14259748" y="6939764"/>
            <a:ext cx="719982" cy="719982"/>
            <a:chOff x="-1" y="-1"/>
            <a:chExt cx="540000" cy="540000"/>
          </a:xfrm>
        </p:grpSpPr>
        <p:sp>
          <p:nvSpPr>
            <p:cNvPr id="508" name="Google Shape;508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Oval Oval" id="510" name="Google Shape;510;h2a513309cbb3033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8560" y="1904937"/>
            <a:ext cx="4307980" cy="107896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h2a513309cbb30330_0_0"/>
          <p:cNvGrpSpPr/>
          <p:nvPr/>
        </p:nvGrpSpPr>
        <p:grpSpPr>
          <a:xfrm>
            <a:off x="6719361" y="1893423"/>
            <a:ext cx="15800221" cy="738782"/>
            <a:chOff x="0" y="0"/>
            <a:chExt cx="11850462" cy="554100"/>
          </a:xfrm>
        </p:grpSpPr>
        <p:sp>
          <p:nvSpPr>
            <p:cNvPr id="512" name="Google Shape;512;h2a513309cbb30330_0_0"/>
            <p:cNvSpPr txBox="1"/>
            <p:nvPr/>
          </p:nvSpPr>
          <p:spPr>
            <a:xfrm>
              <a:off x="0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endParaRPr sz="1900"/>
            </a:p>
          </p:txBody>
        </p:sp>
        <p:sp>
          <p:nvSpPr>
            <p:cNvPr id="513" name="Google Shape;513;h2a513309cbb30330_0_0"/>
            <p:cNvSpPr txBox="1"/>
            <p:nvPr/>
          </p:nvSpPr>
          <p:spPr>
            <a:xfrm>
              <a:off x="2735578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sz="1900"/>
            </a:p>
          </p:txBody>
        </p:sp>
        <p:sp>
          <p:nvSpPr>
            <p:cNvPr id="514" name="Google Shape;514;h2a513309cbb30330_0_0"/>
            <p:cNvSpPr txBox="1"/>
            <p:nvPr/>
          </p:nvSpPr>
          <p:spPr>
            <a:xfrm>
              <a:off x="5339715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sz="1900"/>
            </a:p>
          </p:txBody>
        </p:sp>
        <p:sp>
          <p:nvSpPr>
            <p:cNvPr id="515" name="Google Shape;515;h2a513309cbb30330_0_0"/>
            <p:cNvSpPr txBox="1"/>
            <p:nvPr/>
          </p:nvSpPr>
          <p:spPr>
            <a:xfrm>
              <a:off x="7943851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sz="1900"/>
            </a:p>
          </p:txBody>
        </p:sp>
        <p:sp>
          <p:nvSpPr>
            <p:cNvPr id="516" name="Google Shape;516;h2a513309cbb30330_0_0"/>
            <p:cNvSpPr txBox="1"/>
            <p:nvPr/>
          </p:nvSpPr>
          <p:spPr>
            <a:xfrm>
              <a:off x="10654062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endParaRPr sz="1900"/>
            </a:p>
          </p:txBody>
        </p:sp>
      </p:grpSp>
      <p:grpSp>
        <p:nvGrpSpPr>
          <p:cNvPr id="517" name="Google Shape;517;h2a513309cbb30330_0_0"/>
          <p:cNvGrpSpPr/>
          <p:nvPr/>
        </p:nvGrpSpPr>
        <p:grpSpPr>
          <a:xfrm>
            <a:off x="7249352" y="8242992"/>
            <a:ext cx="719982" cy="719982"/>
            <a:chOff x="-1" y="-1"/>
            <a:chExt cx="540000" cy="540000"/>
          </a:xfrm>
        </p:grpSpPr>
        <p:sp>
          <p:nvSpPr>
            <p:cNvPr id="518" name="Google Shape;518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h2a513309cbb30330_0_0"/>
          <p:cNvGrpSpPr/>
          <p:nvPr/>
        </p:nvGrpSpPr>
        <p:grpSpPr>
          <a:xfrm>
            <a:off x="10779948" y="8341928"/>
            <a:ext cx="719982" cy="719982"/>
            <a:chOff x="-1" y="-1"/>
            <a:chExt cx="540000" cy="540000"/>
          </a:xfrm>
        </p:grpSpPr>
        <p:sp>
          <p:nvSpPr>
            <p:cNvPr id="521" name="Google Shape;521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h2a513309cbb30330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h2a513309cbb30330_0_0"/>
          <p:cNvGrpSpPr/>
          <p:nvPr/>
        </p:nvGrpSpPr>
        <p:grpSpPr>
          <a:xfrm>
            <a:off x="14297848" y="8273492"/>
            <a:ext cx="719982" cy="719982"/>
            <a:chOff x="-1" y="-1"/>
            <a:chExt cx="540000" cy="540000"/>
          </a:xfrm>
        </p:grpSpPr>
        <p:sp>
          <p:nvSpPr>
            <p:cNvPr id="524" name="Google Shape;524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h2a513309cbb30330_0_0"/>
          <p:cNvGrpSpPr/>
          <p:nvPr/>
        </p:nvGrpSpPr>
        <p:grpSpPr>
          <a:xfrm>
            <a:off x="17841148" y="8219405"/>
            <a:ext cx="719982" cy="719982"/>
            <a:chOff x="-1" y="-1"/>
            <a:chExt cx="540000" cy="540000"/>
          </a:xfrm>
        </p:grpSpPr>
        <p:sp>
          <p:nvSpPr>
            <p:cNvPr id="527" name="Google Shape;527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" name="Google Shape;529;h2a513309cbb30330_0_0"/>
          <p:cNvGrpSpPr/>
          <p:nvPr/>
        </p:nvGrpSpPr>
        <p:grpSpPr>
          <a:xfrm>
            <a:off x="21513984" y="8273492"/>
            <a:ext cx="719982" cy="719982"/>
            <a:chOff x="-1" y="-1"/>
            <a:chExt cx="540000" cy="540000"/>
          </a:xfrm>
        </p:grpSpPr>
        <p:sp>
          <p:nvSpPr>
            <p:cNvPr id="530" name="Google Shape;530;h2a513309cbb30330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h2a513309cbb30330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Graphic 1" id="532" name="Google Shape;532;h2a513309cbb3033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6087" y="12264397"/>
            <a:ext cx="5723489" cy="860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533" name="Google Shape;533;h2a513309cbb3033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8735" y="1051665"/>
            <a:ext cx="18309203" cy="1048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llSizeRender.jpg" id="538" name="Google Shape;538;g3f74a617286_0_0"/>
          <p:cNvPicPr preferRelativeResize="0"/>
          <p:nvPr/>
        </p:nvPicPr>
        <p:blipFill rotWithShape="1">
          <a:blip r:embed="rId3">
            <a:alphaModFix amt="36489"/>
          </a:blip>
          <a:srcRect b="0" l="15866" r="15866" t="48565"/>
          <a:stretch/>
        </p:blipFill>
        <p:spPr>
          <a:xfrm>
            <a:off x="623557" y="12122376"/>
            <a:ext cx="2435338" cy="114444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74a617286_0_0"/>
          <p:cNvSpPr txBox="1"/>
          <p:nvPr/>
        </p:nvSpPr>
        <p:spPr>
          <a:xfrm>
            <a:off x="5909109" y="723972"/>
            <a:ext cx="125655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7200"/>
              <a:buFont typeface="Poppins"/>
              <a:buNone/>
            </a:pPr>
            <a:r>
              <a:rPr b="0" i="0" lang="en-US" sz="72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5 HOMES OF </a:t>
            </a:r>
            <a:r>
              <a:rPr b="1" i="0" lang="en-US" sz="7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MONEY</a:t>
            </a:r>
            <a:endParaRPr sz="1900"/>
          </a:p>
        </p:txBody>
      </p:sp>
      <p:grpSp>
        <p:nvGrpSpPr>
          <p:cNvPr id="540" name="Google Shape;540;g3f74a617286_0_0"/>
          <p:cNvGrpSpPr/>
          <p:nvPr/>
        </p:nvGrpSpPr>
        <p:grpSpPr>
          <a:xfrm>
            <a:off x="856292" y="5488112"/>
            <a:ext cx="4321092" cy="879178"/>
            <a:chOff x="-1" y="0"/>
            <a:chExt cx="3240900" cy="659400"/>
          </a:xfrm>
        </p:grpSpPr>
        <p:sp>
          <p:nvSpPr>
            <p:cNvPr id="541" name="Google Shape;541;g3f74a617286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g3f74a617286_0_0"/>
            <p:cNvSpPr txBox="1"/>
            <p:nvPr/>
          </p:nvSpPr>
          <p:spPr>
            <a:xfrm>
              <a:off x="79069" y="121465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SAFETY OF PRINCIPAL</a:t>
              </a:r>
              <a:endParaRPr sz="1900"/>
            </a:p>
          </p:txBody>
        </p:sp>
      </p:grpSp>
      <p:grpSp>
        <p:nvGrpSpPr>
          <p:cNvPr id="543" name="Google Shape;543;g3f74a617286_0_0"/>
          <p:cNvGrpSpPr/>
          <p:nvPr/>
        </p:nvGrpSpPr>
        <p:grpSpPr>
          <a:xfrm>
            <a:off x="856292" y="6825723"/>
            <a:ext cx="4321092" cy="879178"/>
            <a:chOff x="-1" y="0"/>
            <a:chExt cx="3240900" cy="659400"/>
          </a:xfrm>
        </p:grpSpPr>
        <p:sp>
          <p:nvSpPr>
            <p:cNvPr id="544" name="Google Shape;544;g3f74a617286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g3f74a617286_0_0"/>
            <p:cNvSpPr txBox="1"/>
            <p:nvPr/>
          </p:nvSpPr>
          <p:spPr>
            <a:xfrm>
              <a:off x="79069" y="121464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TAX DEDUCTIBLE</a:t>
              </a:r>
              <a:endParaRPr sz="1900"/>
            </a:p>
          </p:txBody>
        </p:sp>
      </p:grpSp>
      <p:grpSp>
        <p:nvGrpSpPr>
          <p:cNvPr id="546" name="Google Shape;546;g3f74a617286_0_0"/>
          <p:cNvGrpSpPr/>
          <p:nvPr/>
        </p:nvGrpSpPr>
        <p:grpSpPr>
          <a:xfrm>
            <a:off x="856292" y="8163335"/>
            <a:ext cx="4321092" cy="879178"/>
            <a:chOff x="-1" y="0"/>
            <a:chExt cx="3240900" cy="659400"/>
          </a:xfrm>
        </p:grpSpPr>
        <p:sp>
          <p:nvSpPr>
            <p:cNvPr id="547" name="Google Shape;547;g3f74a617286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g3f74a617286_0_0"/>
            <p:cNvSpPr txBox="1"/>
            <p:nvPr/>
          </p:nvSpPr>
          <p:spPr>
            <a:xfrm>
              <a:off x="79069" y="140340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TAX ADVANTAGE</a:t>
              </a:r>
              <a:endParaRPr sz="1900"/>
            </a:p>
          </p:txBody>
        </p:sp>
      </p:grpSp>
      <p:grpSp>
        <p:nvGrpSpPr>
          <p:cNvPr id="549" name="Google Shape;549;g3f74a617286_0_0"/>
          <p:cNvGrpSpPr/>
          <p:nvPr/>
        </p:nvGrpSpPr>
        <p:grpSpPr>
          <a:xfrm>
            <a:off x="856292" y="9500947"/>
            <a:ext cx="4321092" cy="879178"/>
            <a:chOff x="-1" y="0"/>
            <a:chExt cx="3240900" cy="659400"/>
          </a:xfrm>
        </p:grpSpPr>
        <p:sp>
          <p:nvSpPr>
            <p:cNvPr id="550" name="Google Shape;550;g3f74a617286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g3f74a617286_0_0"/>
            <p:cNvSpPr txBox="1"/>
            <p:nvPr/>
          </p:nvSpPr>
          <p:spPr>
            <a:xfrm>
              <a:off x="79069" y="121464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GROWTH</a:t>
              </a:r>
              <a:endParaRPr sz="1900"/>
            </a:p>
          </p:txBody>
        </p:sp>
      </p:grpSp>
      <p:grpSp>
        <p:nvGrpSpPr>
          <p:cNvPr id="552" name="Google Shape;552;g3f74a617286_0_0"/>
          <p:cNvGrpSpPr/>
          <p:nvPr/>
        </p:nvGrpSpPr>
        <p:grpSpPr>
          <a:xfrm>
            <a:off x="856293" y="10838555"/>
            <a:ext cx="4321092" cy="879178"/>
            <a:chOff x="0" y="0"/>
            <a:chExt cx="3240900" cy="659400"/>
          </a:xfrm>
        </p:grpSpPr>
        <p:sp>
          <p:nvSpPr>
            <p:cNvPr id="553" name="Google Shape;553;g3f74a617286_0_0"/>
            <p:cNvSpPr/>
            <p:nvPr/>
          </p:nvSpPr>
          <p:spPr>
            <a:xfrm>
              <a:off x="0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g3f74a617286_0_0"/>
            <p:cNvSpPr txBox="1"/>
            <p:nvPr/>
          </p:nvSpPr>
          <p:spPr>
            <a:xfrm>
              <a:off x="79069" y="813"/>
              <a:ext cx="30828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500"/>
                <a:buFont typeface="Poppins"/>
                <a:buNone/>
              </a:pPr>
              <a:r>
                <a:rPr b="1" i="0" lang="en-US" sz="45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SCORE</a:t>
              </a:r>
              <a:endParaRPr sz="1900"/>
            </a:p>
          </p:txBody>
        </p:sp>
      </p:grpSp>
      <p:grpSp>
        <p:nvGrpSpPr>
          <p:cNvPr id="555" name="Google Shape;555;g3f74a617286_0_0"/>
          <p:cNvGrpSpPr/>
          <p:nvPr/>
        </p:nvGrpSpPr>
        <p:grpSpPr>
          <a:xfrm>
            <a:off x="856292" y="4150499"/>
            <a:ext cx="4321092" cy="879178"/>
            <a:chOff x="-1" y="0"/>
            <a:chExt cx="3240900" cy="659400"/>
          </a:xfrm>
        </p:grpSpPr>
        <p:sp>
          <p:nvSpPr>
            <p:cNvPr id="556" name="Google Shape;556;g3f74a617286_0_0"/>
            <p:cNvSpPr/>
            <p:nvPr/>
          </p:nvSpPr>
          <p:spPr>
            <a:xfrm>
              <a:off x="-1" y="0"/>
              <a:ext cx="3240900" cy="659400"/>
            </a:xfrm>
            <a:prstGeom prst="roundRect">
              <a:avLst>
                <a:gd fmla="val 543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287867" rotWithShape="0" dir="5400000" dist="118533">
                <a:srgbClr val="000000">
                  <a:alpha val="2196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g3f74a617286_0_0"/>
            <p:cNvSpPr txBox="1"/>
            <p:nvPr/>
          </p:nvSpPr>
          <p:spPr>
            <a:xfrm>
              <a:off x="79069" y="121464"/>
              <a:ext cx="30828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Poppins"/>
                <a:buNone/>
              </a:pPr>
              <a:r>
                <a:rPr b="0" i="0" lang="en-US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LIQUIDITY</a:t>
              </a:r>
              <a:endParaRPr sz="1900"/>
            </a:p>
          </p:txBody>
        </p:sp>
      </p:grpSp>
      <p:grpSp>
        <p:nvGrpSpPr>
          <p:cNvPr id="558" name="Google Shape;558;g3f74a617286_0_0"/>
          <p:cNvGrpSpPr/>
          <p:nvPr/>
        </p:nvGrpSpPr>
        <p:grpSpPr>
          <a:xfrm>
            <a:off x="13135899" y="2675755"/>
            <a:ext cx="2967622" cy="9041690"/>
            <a:chOff x="-2" y="-2"/>
            <a:chExt cx="2225772" cy="6781437"/>
          </a:xfrm>
        </p:grpSpPr>
        <p:sp>
          <p:nvSpPr>
            <p:cNvPr id="559" name="Google Shape;559;g3f74a617286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g3f74a617286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1" name="Google Shape;561;g3f74a617286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2" name="Google Shape;562;g3f74a617286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3" name="Google Shape;563;g3f74a617286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4" name="Google Shape;564;g3f74a617286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5" name="Google Shape;565;g3f74a617286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66" name="Google Shape;566;g3f74a617286_0_0"/>
          <p:cNvSpPr txBox="1"/>
          <p:nvPr/>
        </p:nvSpPr>
        <p:spPr>
          <a:xfrm>
            <a:off x="13257816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Qualified Plans</a:t>
            </a:r>
            <a:endParaRPr sz="1900"/>
          </a:p>
        </p:txBody>
      </p:sp>
      <p:sp>
        <p:nvSpPr>
          <p:cNvPr id="567" name="Google Shape;567;g3f74a617286_0_0"/>
          <p:cNvSpPr txBox="1"/>
          <p:nvPr/>
        </p:nvSpPr>
        <p:spPr>
          <a:xfrm>
            <a:off x="13257816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3/5</a:t>
            </a:r>
            <a:endParaRPr sz="1900"/>
          </a:p>
        </p:txBody>
      </p:sp>
      <p:grpSp>
        <p:nvGrpSpPr>
          <p:cNvPr id="568" name="Google Shape;568;g3f74a617286_0_0"/>
          <p:cNvGrpSpPr/>
          <p:nvPr/>
        </p:nvGrpSpPr>
        <p:grpSpPr>
          <a:xfrm>
            <a:off x="14259748" y="4244543"/>
            <a:ext cx="719982" cy="719982"/>
            <a:chOff x="-1" y="-1"/>
            <a:chExt cx="540000" cy="540000"/>
          </a:xfrm>
        </p:grpSpPr>
        <p:sp>
          <p:nvSpPr>
            <p:cNvPr id="569" name="Google Shape;569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g3f74a617286_0_0"/>
          <p:cNvGrpSpPr/>
          <p:nvPr/>
        </p:nvGrpSpPr>
        <p:grpSpPr>
          <a:xfrm>
            <a:off x="14259748" y="9607216"/>
            <a:ext cx="719982" cy="719982"/>
            <a:chOff x="-1" y="-1"/>
            <a:chExt cx="540000" cy="540000"/>
          </a:xfrm>
        </p:grpSpPr>
        <p:sp>
          <p:nvSpPr>
            <p:cNvPr id="572" name="Google Shape;572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" name="Google Shape;574;g3f74a617286_0_0"/>
          <p:cNvGrpSpPr/>
          <p:nvPr/>
        </p:nvGrpSpPr>
        <p:grpSpPr>
          <a:xfrm>
            <a:off x="14259748" y="5566300"/>
            <a:ext cx="719982" cy="719982"/>
            <a:chOff x="-1" y="-1"/>
            <a:chExt cx="540000" cy="540000"/>
          </a:xfrm>
        </p:grpSpPr>
        <p:sp>
          <p:nvSpPr>
            <p:cNvPr id="575" name="Google Shape;575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g3f74a617286_0_0"/>
          <p:cNvGrpSpPr/>
          <p:nvPr/>
        </p:nvGrpSpPr>
        <p:grpSpPr>
          <a:xfrm>
            <a:off x="16691899" y="2675755"/>
            <a:ext cx="2967622" cy="9041690"/>
            <a:chOff x="-2" y="-2"/>
            <a:chExt cx="2225772" cy="6781437"/>
          </a:xfrm>
        </p:grpSpPr>
        <p:sp>
          <p:nvSpPr>
            <p:cNvPr id="578" name="Google Shape;578;g3f74a617286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g3f74a617286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0" name="Google Shape;580;g3f74a617286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1" name="Google Shape;581;g3f74a617286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" name="Google Shape;582;g3f74a617286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3" name="Google Shape;583;g3f74a617286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4" name="Google Shape;584;g3f74a617286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85" name="Google Shape;585;g3f74a617286_0_0"/>
          <p:cNvSpPr txBox="1"/>
          <p:nvPr/>
        </p:nvSpPr>
        <p:spPr>
          <a:xfrm>
            <a:off x="16813816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 Estate</a:t>
            </a:r>
            <a:endParaRPr sz="1900"/>
          </a:p>
        </p:txBody>
      </p:sp>
      <p:sp>
        <p:nvSpPr>
          <p:cNvPr id="586" name="Google Shape;586;g3f74a617286_0_0"/>
          <p:cNvSpPr txBox="1"/>
          <p:nvPr/>
        </p:nvSpPr>
        <p:spPr>
          <a:xfrm>
            <a:off x="16813816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2/5</a:t>
            </a:r>
            <a:endParaRPr sz="1900"/>
          </a:p>
        </p:txBody>
      </p:sp>
      <p:grpSp>
        <p:nvGrpSpPr>
          <p:cNvPr id="587" name="Google Shape;587;g3f74a617286_0_0"/>
          <p:cNvGrpSpPr/>
          <p:nvPr/>
        </p:nvGrpSpPr>
        <p:grpSpPr>
          <a:xfrm>
            <a:off x="17815748" y="9607216"/>
            <a:ext cx="719982" cy="719982"/>
            <a:chOff x="-1" y="-1"/>
            <a:chExt cx="540000" cy="540000"/>
          </a:xfrm>
        </p:grpSpPr>
        <p:sp>
          <p:nvSpPr>
            <p:cNvPr id="588" name="Google Shape;588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0" name="Google Shape;590;g3f74a617286_0_0"/>
          <p:cNvGrpSpPr/>
          <p:nvPr/>
        </p:nvGrpSpPr>
        <p:grpSpPr>
          <a:xfrm>
            <a:off x="17815748" y="4244543"/>
            <a:ext cx="719982" cy="719982"/>
            <a:chOff x="-1" y="-1"/>
            <a:chExt cx="540000" cy="540000"/>
          </a:xfrm>
        </p:grpSpPr>
        <p:sp>
          <p:nvSpPr>
            <p:cNvPr id="591" name="Google Shape;591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g3f74a617286_0_0"/>
          <p:cNvGrpSpPr/>
          <p:nvPr/>
        </p:nvGrpSpPr>
        <p:grpSpPr>
          <a:xfrm>
            <a:off x="17815748" y="5566300"/>
            <a:ext cx="719982" cy="719982"/>
            <a:chOff x="-1" y="-1"/>
            <a:chExt cx="540000" cy="540000"/>
          </a:xfrm>
        </p:grpSpPr>
        <p:sp>
          <p:nvSpPr>
            <p:cNvPr id="594" name="Google Shape;594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6" name="Google Shape;596;g3f74a617286_0_0"/>
          <p:cNvGrpSpPr/>
          <p:nvPr/>
        </p:nvGrpSpPr>
        <p:grpSpPr>
          <a:xfrm>
            <a:off x="17815748" y="6939764"/>
            <a:ext cx="719982" cy="719982"/>
            <a:chOff x="-1" y="-1"/>
            <a:chExt cx="540000" cy="540000"/>
          </a:xfrm>
        </p:grpSpPr>
        <p:sp>
          <p:nvSpPr>
            <p:cNvPr id="597" name="Google Shape;597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" name="Google Shape;599;g3f74a617286_0_0"/>
          <p:cNvGrpSpPr/>
          <p:nvPr/>
        </p:nvGrpSpPr>
        <p:grpSpPr>
          <a:xfrm>
            <a:off x="20298699" y="2675755"/>
            <a:ext cx="2967622" cy="9041690"/>
            <a:chOff x="-2" y="-2"/>
            <a:chExt cx="2225772" cy="6781437"/>
          </a:xfrm>
        </p:grpSpPr>
        <p:sp>
          <p:nvSpPr>
            <p:cNvPr id="600" name="Google Shape;600;g3f74a617286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g3f74a617286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2" name="Google Shape;602;g3f74a617286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3" name="Google Shape;603;g3f74a617286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4" name="Google Shape;604;g3f74a617286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5" name="Google Shape;605;g3f74a617286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6" name="Google Shape;606;g3f74a617286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07" name="Google Shape;607;g3f74a617286_0_0"/>
          <p:cNvSpPr txBox="1"/>
          <p:nvPr/>
        </p:nvSpPr>
        <p:spPr>
          <a:xfrm>
            <a:off x="20420617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Life Insurance</a:t>
            </a:r>
            <a:endParaRPr sz="1900"/>
          </a:p>
        </p:txBody>
      </p:sp>
      <p:sp>
        <p:nvSpPr>
          <p:cNvPr id="608" name="Google Shape;608;g3f74a617286_0_0"/>
          <p:cNvSpPr txBox="1"/>
          <p:nvPr/>
        </p:nvSpPr>
        <p:spPr>
          <a:xfrm>
            <a:off x="20420617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4/5</a:t>
            </a:r>
            <a:endParaRPr sz="1900"/>
          </a:p>
        </p:txBody>
      </p:sp>
      <p:grpSp>
        <p:nvGrpSpPr>
          <p:cNvPr id="609" name="Google Shape;609;g3f74a617286_0_0"/>
          <p:cNvGrpSpPr/>
          <p:nvPr/>
        </p:nvGrpSpPr>
        <p:grpSpPr>
          <a:xfrm>
            <a:off x="21422548" y="4244543"/>
            <a:ext cx="719982" cy="719982"/>
            <a:chOff x="-1" y="-1"/>
            <a:chExt cx="540000" cy="540000"/>
          </a:xfrm>
        </p:grpSpPr>
        <p:sp>
          <p:nvSpPr>
            <p:cNvPr id="610" name="Google Shape;610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g3f74a617286_0_0"/>
          <p:cNvGrpSpPr/>
          <p:nvPr/>
        </p:nvGrpSpPr>
        <p:grpSpPr>
          <a:xfrm>
            <a:off x="21422548" y="5566300"/>
            <a:ext cx="719982" cy="719982"/>
            <a:chOff x="-1" y="-1"/>
            <a:chExt cx="540000" cy="540000"/>
          </a:xfrm>
        </p:grpSpPr>
        <p:sp>
          <p:nvSpPr>
            <p:cNvPr id="613" name="Google Shape;613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5" name="Google Shape;615;g3f74a617286_0_0"/>
          <p:cNvGrpSpPr/>
          <p:nvPr/>
        </p:nvGrpSpPr>
        <p:grpSpPr>
          <a:xfrm>
            <a:off x="21422548" y="9607216"/>
            <a:ext cx="719982" cy="719982"/>
            <a:chOff x="-1" y="-1"/>
            <a:chExt cx="540000" cy="540000"/>
          </a:xfrm>
        </p:grpSpPr>
        <p:sp>
          <p:nvSpPr>
            <p:cNvPr id="616" name="Google Shape;616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8" name="Google Shape;618;g3f74a617286_0_0"/>
          <p:cNvGrpSpPr/>
          <p:nvPr/>
        </p:nvGrpSpPr>
        <p:grpSpPr>
          <a:xfrm>
            <a:off x="21422548" y="6939764"/>
            <a:ext cx="719982" cy="719982"/>
            <a:chOff x="-1" y="-1"/>
            <a:chExt cx="540000" cy="540000"/>
          </a:xfrm>
        </p:grpSpPr>
        <p:sp>
          <p:nvSpPr>
            <p:cNvPr id="619" name="Google Shape;619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1" name="Google Shape;621;g3f74a617286_0_0"/>
          <p:cNvGrpSpPr/>
          <p:nvPr/>
        </p:nvGrpSpPr>
        <p:grpSpPr>
          <a:xfrm>
            <a:off x="9656096" y="2675755"/>
            <a:ext cx="2967622" cy="9041690"/>
            <a:chOff x="-2" y="-2"/>
            <a:chExt cx="2225772" cy="6781437"/>
          </a:xfrm>
        </p:grpSpPr>
        <p:sp>
          <p:nvSpPr>
            <p:cNvPr id="622" name="Google Shape;622;g3f74a617286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g3f74a617286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4" name="Google Shape;624;g3f74a617286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5" name="Google Shape;625;g3f74a617286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6" name="Google Shape;626;g3f74a617286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7" name="Google Shape;627;g3f74a617286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8" name="Google Shape;628;g3f74a617286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29" name="Google Shape;629;g3f74a617286_0_0"/>
          <p:cNvSpPr txBox="1"/>
          <p:nvPr/>
        </p:nvSpPr>
        <p:spPr>
          <a:xfrm>
            <a:off x="9778016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Stock Market</a:t>
            </a:r>
            <a:endParaRPr sz="1900"/>
          </a:p>
        </p:txBody>
      </p:sp>
      <p:sp>
        <p:nvSpPr>
          <p:cNvPr id="630" name="Google Shape;630;g3f74a617286_0_0"/>
          <p:cNvSpPr txBox="1"/>
          <p:nvPr/>
        </p:nvSpPr>
        <p:spPr>
          <a:xfrm>
            <a:off x="9778016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2/5</a:t>
            </a:r>
            <a:endParaRPr sz="1900"/>
          </a:p>
        </p:txBody>
      </p:sp>
      <p:grpSp>
        <p:nvGrpSpPr>
          <p:cNvPr id="631" name="Google Shape;631;g3f74a617286_0_0"/>
          <p:cNvGrpSpPr/>
          <p:nvPr/>
        </p:nvGrpSpPr>
        <p:grpSpPr>
          <a:xfrm>
            <a:off x="10779944" y="4244543"/>
            <a:ext cx="719982" cy="719982"/>
            <a:chOff x="-1" y="-1"/>
            <a:chExt cx="540000" cy="540000"/>
          </a:xfrm>
        </p:grpSpPr>
        <p:sp>
          <p:nvSpPr>
            <p:cNvPr id="632" name="Google Shape;632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4" name="Google Shape;634;g3f74a617286_0_0"/>
          <p:cNvGrpSpPr/>
          <p:nvPr/>
        </p:nvGrpSpPr>
        <p:grpSpPr>
          <a:xfrm>
            <a:off x="10779944" y="9607216"/>
            <a:ext cx="719982" cy="719982"/>
            <a:chOff x="-1" y="-1"/>
            <a:chExt cx="540000" cy="540000"/>
          </a:xfrm>
        </p:grpSpPr>
        <p:sp>
          <p:nvSpPr>
            <p:cNvPr id="635" name="Google Shape;635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g3f74a617286_0_0"/>
          <p:cNvGrpSpPr/>
          <p:nvPr/>
        </p:nvGrpSpPr>
        <p:grpSpPr>
          <a:xfrm>
            <a:off x="10779944" y="5566300"/>
            <a:ext cx="719982" cy="719982"/>
            <a:chOff x="-1" y="-1"/>
            <a:chExt cx="540000" cy="540000"/>
          </a:xfrm>
        </p:grpSpPr>
        <p:sp>
          <p:nvSpPr>
            <p:cNvPr id="638" name="Google Shape;638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g3f74a617286_0_0"/>
          <p:cNvGrpSpPr/>
          <p:nvPr/>
        </p:nvGrpSpPr>
        <p:grpSpPr>
          <a:xfrm>
            <a:off x="10779944" y="6939764"/>
            <a:ext cx="719982" cy="719982"/>
            <a:chOff x="-1" y="-1"/>
            <a:chExt cx="540000" cy="540000"/>
          </a:xfrm>
        </p:grpSpPr>
        <p:sp>
          <p:nvSpPr>
            <p:cNvPr id="641" name="Google Shape;641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" name="Google Shape;643;g3f74a617286_0_0"/>
          <p:cNvGrpSpPr/>
          <p:nvPr/>
        </p:nvGrpSpPr>
        <p:grpSpPr>
          <a:xfrm>
            <a:off x="6125500" y="2675755"/>
            <a:ext cx="2967622" cy="9041690"/>
            <a:chOff x="-2" y="-2"/>
            <a:chExt cx="2225772" cy="6781437"/>
          </a:xfrm>
        </p:grpSpPr>
        <p:sp>
          <p:nvSpPr>
            <p:cNvPr id="644" name="Google Shape;644;g3f74a617286_0_0"/>
            <p:cNvSpPr/>
            <p:nvPr/>
          </p:nvSpPr>
          <p:spPr>
            <a:xfrm>
              <a:off x="-1" y="674035"/>
              <a:ext cx="2225700" cy="6107400"/>
            </a:xfrm>
            <a:prstGeom prst="roundRect">
              <a:avLst>
                <a:gd fmla="val 573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0" rotWithShape="0" dir="5400000" dist="711200">
                <a:srgbClr val="000000">
                  <a:alpha val="14900"/>
                </a:srgbClr>
              </a:outerShdw>
            </a:effectLst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g3f74a617286_0_0"/>
            <p:cNvSpPr/>
            <p:nvPr/>
          </p:nvSpPr>
          <p:spPr>
            <a:xfrm>
              <a:off x="-2" y="-2"/>
              <a:ext cx="2225772" cy="904230"/>
            </a:xfrm>
            <a:custGeom>
              <a:rect b="b" l="l" r="r" t="t"/>
              <a:pathLst>
                <a:path extrusionOk="0" h="21600" w="21600">
                  <a:moveTo>
                    <a:pt x="1789" y="0"/>
                  </a:moveTo>
                  <a:lnTo>
                    <a:pt x="19811" y="0"/>
                  </a:lnTo>
                  <a:cubicBezTo>
                    <a:pt x="20799" y="0"/>
                    <a:pt x="21600" y="1972"/>
                    <a:pt x="21600" y="4405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4405"/>
                  </a:lnTo>
                  <a:cubicBezTo>
                    <a:pt x="0" y="1972"/>
                    <a:pt x="801" y="0"/>
                    <a:pt x="17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6" name="Google Shape;646;g3f74a617286_0_0"/>
            <p:cNvCxnSpPr/>
            <p:nvPr/>
          </p:nvCxnSpPr>
          <p:spPr>
            <a:xfrm>
              <a:off x="-2" y="1953489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7" name="Google Shape;647;g3f74a617286_0_0"/>
            <p:cNvCxnSpPr/>
            <p:nvPr/>
          </p:nvCxnSpPr>
          <p:spPr>
            <a:xfrm>
              <a:off x="-2" y="2955642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8" name="Google Shape;648;g3f74a617286_0_0"/>
            <p:cNvCxnSpPr/>
            <p:nvPr/>
          </p:nvCxnSpPr>
          <p:spPr>
            <a:xfrm>
              <a:off x="-2" y="395779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9" name="Google Shape;649;g3f74a617286_0_0"/>
            <p:cNvCxnSpPr/>
            <p:nvPr/>
          </p:nvCxnSpPr>
          <p:spPr>
            <a:xfrm>
              <a:off x="-2" y="4959951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0" name="Google Shape;650;g3f74a617286_0_0"/>
            <p:cNvCxnSpPr/>
            <p:nvPr/>
          </p:nvCxnSpPr>
          <p:spPr>
            <a:xfrm>
              <a:off x="-2" y="5962106"/>
              <a:ext cx="2225700" cy="0"/>
            </a:xfrm>
            <a:prstGeom prst="straightConnector1">
              <a:avLst/>
            </a:prstGeom>
            <a:noFill/>
            <a:ln cap="flat" cmpd="sng" w="33875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51" name="Google Shape;651;g3f74a617286_0_0"/>
          <p:cNvSpPr txBox="1"/>
          <p:nvPr/>
        </p:nvSpPr>
        <p:spPr>
          <a:xfrm>
            <a:off x="6247423" y="2922308"/>
            <a:ext cx="27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oppins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Banks</a:t>
            </a:r>
            <a:endParaRPr sz="1900"/>
          </a:p>
        </p:txBody>
      </p:sp>
      <p:sp>
        <p:nvSpPr>
          <p:cNvPr id="652" name="Google Shape;652;g3f74a617286_0_0"/>
          <p:cNvSpPr txBox="1"/>
          <p:nvPr/>
        </p:nvSpPr>
        <p:spPr>
          <a:xfrm>
            <a:off x="6247423" y="10872508"/>
            <a:ext cx="272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2/5</a:t>
            </a:r>
            <a:endParaRPr sz="1900"/>
          </a:p>
        </p:txBody>
      </p:sp>
      <p:grpSp>
        <p:nvGrpSpPr>
          <p:cNvPr id="653" name="Google Shape;653;g3f74a617286_0_0"/>
          <p:cNvGrpSpPr/>
          <p:nvPr/>
        </p:nvGrpSpPr>
        <p:grpSpPr>
          <a:xfrm>
            <a:off x="7249347" y="4244543"/>
            <a:ext cx="719982" cy="719982"/>
            <a:chOff x="-1" y="-1"/>
            <a:chExt cx="540000" cy="540000"/>
          </a:xfrm>
        </p:grpSpPr>
        <p:sp>
          <p:nvSpPr>
            <p:cNvPr id="654" name="Google Shape;654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g3f74a617286_0_0"/>
          <p:cNvGrpSpPr/>
          <p:nvPr/>
        </p:nvGrpSpPr>
        <p:grpSpPr>
          <a:xfrm>
            <a:off x="7249347" y="5566300"/>
            <a:ext cx="719982" cy="719982"/>
            <a:chOff x="-1" y="-1"/>
            <a:chExt cx="540000" cy="540000"/>
          </a:xfrm>
        </p:grpSpPr>
        <p:sp>
          <p:nvSpPr>
            <p:cNvPr id="657" name="Google Shape;657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9" name="Google Shape;659;g3f74a617286_0_0"/>
          <p:cNvGrpSpPr/>
          <p:nvPr/>
        </p:nvGrpSpPr>
        <p:grpSpPr>
          <a:xfrm>
            <a:off x="7223947" y="6939764"/>
            <a:ext cx="719982" cy="719982"/>
            <a:chOff x="-1" y="-1"/>
            <a:chExt cx="540000" cy="540000"/>
          </a:xfrm>
        </p:grpSpPr>
        <p:sp>
          <p:nvSpPr>
            <p:cNvPr id="660" name="Google Shape;660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2" name="Google Shape;662;g3f74a617286_0_0"/>
          <p:cNvGrpSpPr/>
          <p:nvPr/>
        </p:nvGrpSpPr>
        <p:grpSpPr>
          <a:xfrm>
            <a:off x="7249347" y="9607216"/>
            <a:ext cx="719982" cy="719982"/>
            <a:chOff x="-1" y="-1"/>
            <a:chExt cx="540000" cy="540000"/>
          </a:xfrm>
        </p:grpSpPr>
        <p:sp>
          <p:nvSpPr>
            <p:cNvPr id="663" name="Google Shape;663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5" name="Google Shape;665;g3f74a617286_0_0"/>
          <p:cNvGrpSpPr/>
          <p:nvPr/>
        </p:nvGrpSpPr>
        <p:grpSpPr>
          <a:xfrm>
            <a:off x="14259748" y="6939764"/>
            <a:ext cx="719982" cy="719982"/>
            <a:chOff x="-1" y="-1"/>
            <a:chExt cx="540000" cy="540000"/>
          </a:xfrm>
        </p:grpSpPr>
        <p:sp>
          <p:nvSpPr>
            <p:cNvPr id="666" name="Google Shape;666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Oval Oval" id="668" name="Google Shape;668;g3f74a6172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8560" y="1904937"/>
            <a:ext cx="4307980" cy="107896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9" name="Google Shape;669;g3f74a617286_0_0"/>
          <p:cNvGrpSpPr/>
          <p:nvPr/>
        </p:nvGrpSpPr>
        <p:grpSpPr>
          <a:xfrm>
            <a:off x="6719361" y="1893423"/>
            <a:ext cx="15800221" cy="738782"/>
            <a:chOff x="0" y="0"/>
            <a:chExt cx="11850462" cy="554100"/>
          </a:xfrm>
        </p:grpSpPr>
        <p:sp>
          <p:nvSpPr>
            <p:cNvPr id="670" name="Google Shape;670;g3f74a617286_0_0"/>
            <p:cNvSpPr txBox="1"/>
            <p:nvPr/>
          </p:nvSpPr>
          <p:spPr>
            <a:xfrm>
              <a:off x="0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endParaRPr sz="1900"/>
            </a:p>
          </p:txBody>
        </p:sp>
        <p:sp>
          <p:nvSpPr>
            <p:cNvPr id="671" name="Google Shape;671;g3f74a617286_0_0"/>
            <p:cNvSpPr txBox="1"/>
            <p:nvPr/>
          </p:nvSpPr>
          <p:spPr>
            <a:xfrm>
              <a:off x="2735578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sz="1900"/>
            </a:p>
          </p:txBody>
        </p:sp>
        <p:sp>
          <p:nvSpPr>
            <p:cNvPr id="672" name="Google Shape;672;g3f74a617286_0_0"/>
            <p:cNvSpPr txBox="1"/>
            <p:nvPr/>
          </p:nvSpPr>
          <p:spPr>
            <a:xfrm>
              <a:off x="5339715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sz="1900"/>
            </a:p>
          </p:txBody>
        </p:sp>
        <p:sp>
          <p:nvSpPr>
            <p:cNvPr id="673" name="Google Shape;673;g3f74a617286_0_0"/>
            <p:cNvSpPr txBox="1"/>
            <p:nvPr/>
          </p:nvSpPr>
          <p:spPr>
            <a:xfrm>
              <a:off x="7943851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sz="1900"/>
            </a:p>
          </p:txBody>
        </p:sp>
        <p:sp>
          <p:nvSpPr>
            <p:cNvPr id="674" name="Google Shape;674;g3f74a617286_0_0"/>
            <p:cNvSpPr txBox="1"/>
            <p:nvPr/>
          </p:nvSpPr>
          <p:spPr>
            <a:xfrm>
              <a:off x="10654062" y="0"/>
              <a:ext cx="119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600"/>
                <a:buFont typeface="Poppins"/>
                <a:buNone/>
              </a:pPr>
              <a:r>
                <a:rPr b="0" i="0" lang="en-US" sz="3600" u="none" cap="none" strike="noStrike">
                  <a:solidFill>
                    <a:srgbClr val="40404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endParaRPr sz="1900"/>
            </a:p>
          </p:txBody>
        </p:sp>
      </p:grpSp>
      <p:grpSp>
        <p:nvGrpSpPr>
          <p:cNvPr id="675" name="Google Shape;675;g3f74a617286_0_0"/>
          <p:cNvGrpSpPr/>
          <p:nvPr/>
        </p:nvGrpSpPr>
        <p:grpSpPr>
          <a:xfrm>
            <a:off x="7249352" y="8242992"/>
            <a:ext cx="719982" cy="719982"/>
            <a:chOff x="-1" y="-1"/>
            <a:chExt cx="540000" cy="540000"/>
          </a:xfrm>
        </p:grpSpPr>
        <p:sp>
          <p:nvSpPr>
            <p:cNvPr id="676" name="Google Shape;676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8" name="Google Shape;678;g3f74a617286_0_0"/>
          <p:cNvGrpSpPr/>
          <p:nvPr/>
        </p:nvGrpSpPr>
        <p:grpSpPr>
          <a:xfrm>
            <a:off x="10779948" y="8341928"/>
            <a:ext cx="719982" cy="719982"/>
            <a:chOff x="-1" y="-1"/>
            <a:chExt cx="540000" cy="540000"/>
          </a:xfrm>
        </p:grpSpPr>
        <p:sp>
          <p:nvSpPr>
            <p:cNvPr id="679" name="Google Shape;679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rgbClr val="2D3847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g3f74a617286_0_0"/>
            <p:cNvSpPr/>
            <p:nvPr/>
          </p:nvSpPr>
          <p:spPr>
            <a:xfrm>
              <a:off x="129594" y="246691"/>
              <a:ext cx="280800" cy="465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1" name="Google Shape;681;g3f74a617286_0_0"/>
          <p:cNvGrpSpPr/>
          <p:nvPr/>
        </p:nvGrpSpPr>
        <p:grpSpPr>
          <a:xfrm>
            <a:off x="14297848" y="8273492"/>
            <a:ext cx="719982" cy="719982"/>
            <a:chOff x="-1" y="-1"/>
            <a:chExt cx="540000" cy="540000"/>
          </a:xfrm>
        </p:grpSpPr>
        <p:sp>
          <p:nvSpPr>
            <p:cNvPr id="682" name="Google Shape;682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4" name="Google Shape;684;g3f74a617286_0_0"/>
          <p:cNvGrpSpPr/>
          <p:nvPr/>
        </p:nvGrpSpPr>
        <p:grpSpPr>
          <a:xfrm>
            <a:off x="17841148" y="8219405"/>
            <a:ext cx="719982" cy="719982"/>
            <a:chOff x="-1" y="-1"/>
            <a:chExt cx="540000" cy="540000"/>
          </a:xfrm>
        </p:grpSpPr>
        <p:sp>
          <p:nvSpPr>
            <p:cNvPr id="685" name="Google Shape;685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7" name="Google Shape;687;g3f74a617286_0_0"/>
          <p:cNvGrpSpPr/>
          <p:nvPr/>
        </p:nvGrpSpPr>
        <p:grpSpPr>
          <a:xfrm>
            <a:off x="21513984" y="8273492"/>
            <a:ext cx="719982" cy="719982"/>
            <a:chOff x="-1" y="-1"/>
            <a:chExt cx="540000" cy="540000"/>
          </a:xfrm>
        </p:grpSpPr>
        <p:sp>
          <p:nvSpPr>
            <p:cNvPr id="688" name="Google Shape;688;g3f74a617286_0_0"/>
            <p:cNvSpPr/>
            <p:nvPr/>
          </p:nvSpPr>
          <p:spPr>
            <a:xfrm>
              <a:off x="-1" y="-1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cubicBezTo>
                    <a:pt x="4845" y="0"/>
                    <a:pt x="0" y="4845"/>
                    <a:pt x="0" y="10800"/>
                  </a:cubicBezTo>
                  <a:cubicBezTo>
                    <a:pt x="0" y="16755"/>
                    <a:pt x="4845" y="21600"/>
                    <a:pt x="10800" y="21600"/>
                  </a:cubicBezTo>
                  <a:cubicBezTo>
                    <a:pt x="16755" y="21600"/>
                    <a:pt x="21600" y="16755"/>
                    <a:pt x="21600" y="10800"/>
                  </a:cubicBezTo>
                  <a:cubicBezTo>
                    <a:pt x="21600" y="4845"/>
                    <a:pt x="16755" y="0"/>
                    <a:pt x="10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g3f74a617286_0_0"/>
            <p:cNvSpPr/>
            <p:nvPr/>
          </p:nvSpPr>
          <p:spPr>
            <a:xfrm>
              <a:off x="129375" y="129375"/>
              <a:ext cx="281232" cy="281232"/>
            </a:xfrm>
            <a:custGeom>
              <a:rect b="b" l="l" r="r" t="t"/>
              <a:pathLst>
                <a:path extrusionOk="0" h="21600" w="21600">
                  <a:moveTo>
                    <a:pt x="19872" y="12528"/>
                  </a:moveTo>
                  <a:lnTo>
                    <a:pt x="12528" y="12528"/>
                  </a:lnTo>
                  <a:lnTo>
                    <a:pt x="12528" y="19872"/>
                  </a:lnTo>
                  <a:cubicBezTo>
                    <a:pt x="12528" y="20826"/>
                    <a:pt x="11754" y="21600"/>
                    <a:pt x="10800" y="21600"/>
                  </a:cubicBezTo>
                  <a:cubicBezTo>
                    <a:pt x="9846" y="21600"/>
                    <a:pt x="9072" y="20826"/>
                    <a:pt x="9072" y="19872"/>
                  </a:cubicBezTo>
                  <a:lnTo>
                    <a:pt x="9072" y="12528"/>
                  </a:lnTo>
                  <a:lnTo>
                    <a:pt x="1728" y="12528"/>
                  </a:lnTo>
                  <a:cubicBezTo>
                    <a:pt x="774" y="12528"/>
                    <a:pt x="0" y="11754"/>
                    <a:pt x="0" y="10800"/>
                  </a:cubicBezTo>
                  <a:cubicBezTo>
                    <a:pt x="0" y="9846"/>
                    <a:pt x="774" y="9072"/>
                    <a:pt x="1728" y="9072"/>
                  </a:cubicBezTo>
                  <a:lnTo>
                    <a:pt x="9072" y="9072"/>
                  </a:lnTo>
                  <a:lnTo>
                    <a:pt x="9072" y="1728"/>
                  </a:lnTo>
                  <a:cubicBezTo>
                    <a:pt x="9072" y="774"/>
                    <a:pt x="9846" y="0"/>
                    <a:pt x="10800" y="0"/>
                  </a:cubicBezTo>
                  <a:cubicBezTo>
                    <a:pt x="11754" y="0"/>
                    <a:pt x="12528" y="774"/>
                    <a:pt x="12528" y="1728"/>
                  </a:cubicBezTo>
                  <a:lnTo>
                    <a:pt x="12528" y="9072"/>
                  </a:lnTo>
                  <a:lnTo>
                    <a:pt x="19872" y="9072"/>
                  </a:lnTo>
                  <a:cubicBezTo>
                    <a:pt x="20826" y="9072"/>
                    <a:pt x="21600" y="9846"/>
                    <a:pt x="21600" y="10800"/>
                  </a:cubicBezTo>
                  <a:cubicBezTo>
                    <a:pt x="21600" y="11754"/>
                    <a:pt x="20826" y="12528"/>
                    <a:pt x="19872" y="12528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60925" lIns="60925" spcFirstLastPara="1" rIns="60925" wrap="square" tIns="60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Graphic 1" id="690" name="Google Shape;690;g3f74a61728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6087" y="12264397"/>
            <a:ext cx="5723489" cy="860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691" name="Google Shape;691;g3f74a61728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8735" y="1051665"/>
            <a:ext cx="18309203" cy="1048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5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698" name="Google Shape;698;p5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5.png" id="699" name="Google Shape;6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0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5" name="Google Shape;705;p30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706" name="Google Shape;706;p30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30.png" id="707" name="Google Shape;7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g33df4be98b9_0_0"/>
          <p:cNvPicPr preferRelativeResize="0"/>
          <p:nvPr/>
        </p:nvPicPr>
        <p:blipFill rotWithShape="1">
          <a:blip r:embed="rId3">
            <a:alphaModFix/>
          </a:blip>
          <a:srcRect b="560" l="-7510" r="7510" t="-560"/>
          <a:stretch/>
        </p:blipFill>
        <p:spPr>
          <a:xfrm>
            <a:off x="-2080000" y="0"/>
            <a:ext cx="17114262" cy="1371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3df4be98b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80000" y="903067"/>
            <a:ext cx="6435666" cy="743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g33df4be98b9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48667" y="8341066"/>
            <a:ext cx="7767131" cy="56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33df4be98b9_0_0"/>
          <p:cNvSpPr txBox="1"/>
          <p:nvPr/>
        </p:nvSpPr>
        <p:spPr>
          <a:xfrm>
            <a:off x="276000" y="10575900"/>
            <a:ext cx="23832000" cy="314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“1 in every 6–10 adults will experience a serious health condition before or during retirement.</a:t>
            </a:r>
            <a:endParaRPr b="1" sz="4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greatest risk isn’t just the illness — it’s the financial impact it can create for your family.”</a:t>
            </a:r>
            <a:endParaRPr b="1" sz="4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1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1" name="Google Shape;721;p31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722" name="Google Shape;722;p31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31.png" id="723" name="Google Shape;7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2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9" name="Google Shape;729;p32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730" name="Google Shape;730;p32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32.png" id="731" name="Google Shape;7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76bdb7294b_0_6"/>
          <p:cNvSpPr txBox="1"/>
          <p:nvPr>
            <p:ph type="ctrTitle"/>
          </p:nvPr>
        </p:nvSpPr>
        <p:spPr>
          <a:xfrm>
            <a:off x="248576" y="1033368"/>
            <a:ext cx="23827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Candara"/>
              <a:buNone/>
            </a:pPr>
            <a:r>
              <a:rPr lang="en-US" sz="120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UNDERSTANDING LIFE INSURANCE</a:t>
            </a:r>
            <a:endParaRPr/>
          </a:p>
        </p:txBody>
      </p:sp>
      <p:cxnSp>
        <p:nvCxnSpPr>
          <p:cNvPr id="737" name="Google Shape;737;g376bdb7294b_0_6"/>
          <p:cNvCxnSpPr/>
          <p:nvPr/>
        </p:nvCxnSpPr>
        <p:spPr>
          <a:xfrm>
            <a:off x="426128" y="4563122"/>
            <a:ext cx="23650200" cy="0"/>
          </a:xfrm>
          <a:prstGeom prst="straightConnector1">
            <a:avLst/>
          </a:prstGeom>
          <a:noFill/>
          <a:ln cap="flat" cmpd="sng" w="152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g376bdb7294b_0_6"/>
          <p:cNvCxnSpPr/>
          <p:nvPr/>
        </p:nvCxnSpPr>
        <p:spPr>
          <a:xfrm>
            <a:off x="7102136" y="3355760"/>
            <a:ext cx="0" cy="9960600"/>
          </a:xfrm>
          <a:prstGeom prst="straightConnector1">
            <a:avLst/>
          </a:prstGeom>
          <a:noFill/>
          <a:ln cap="flat" cmpd="sng" w="152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g376bdb7294b_0_6"/>
          <p:cNvCxnSpPr/>
          <p:nvPr/>
        </p:nvCxnSpPr>
        <p:spPr>
          <a:xfrm>
            <a:off x="15358368" y="3355760"/>
            <a:ext cx="0" cy="9960600"/>
          </a:xfrm>
          <a:prstGeom prst="straightConnector1">
            <a:avLst/>
          </a:prstGeom>
          <a:noFill/>
          <a:ln cap="flat" cmpd="sng" w="152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" name="Google Shape;740;g376bdb7294b_0_6"/>
          <p:cNvSpPr txBox="1"/>
          <p:nvPr/>
        </p:nvSpPr>
        <p:spPr>
          <a:xfrm>
            <a:off x="1029814" y="3041998"/>
            <a:ext cx="5468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TERM</a:t>
            </a:r>
            <a:endParaRPr sz="2800"/>
          </a:p>
        </p:txBody>
      </p:sp>
      <p:sp>
        <p:nvSpPr>
          <p:cNvPr id="741" name="Google Shape;741;g376bdb7294b_0_6"/>
          <p:cNvSpPr txBox="1"/>
          <p:nvPr/>
        </p:nvSpPr>
        <p:spPr>
          <a:xfrm>
            <a:off x="8007664" y="3041998"/>
            <a:ext cx="6445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WHOLE</a:t>
            </a:r>
            <a:endParaRPr sz="2800"/>
          </a:p>
        </p:txBody>
      </p:sp>
      <p:sp>
        <p:nvSpPr>
          <p:cNvPr id="742" name="Google Shape;742;g376bdb7294b_0_6"/>
          <p:cNvSpPr txBox="1"/>
          <p:nvPr/>
        </p:nvSpPr>
        <p:spPr>
          <a:xfrm>
            <a:off x="15482670" y="3213742"/>
            <a:ext cx="8718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INDEX UNIVERSAL LIFE</a:t>
            </a:r>
            <a:endParaRPr sz="2800"/>
          </a:p>
        </p:txBody>
      </p:sp>
      <p:sp>
        <p:nvSpPr>
          <p:cNvPr id="743" name="Google Shape;743;g376bdb7294b_0_6"/>
          <p:cNvSpPr txBox="1"/>
          <p:nvPr/>
        </p:nvSpPr>
        <p:spPr>
          <a:xfrm>
            <a:off x="337352" y="4624368"/>
            <a:ext cx="6303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10, 15, 20, 30 YRS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44" name="Google Shape;744;g376bdb7294b_0_6"/>
          <p:cNvSpPr txBox="1"/>
          <p:nvPr/>
        </p:nvSpPr>
        <p:spPr>
          <a:xfrm>
            <a:off x="248578" y="5899478"/>
            <a:ext cx="6391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35 YR OLD BUYS A 30 YR TERM POLICY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@ AGE 65 POLICY EXPIRES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NOW WHAT?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45" name="Google Shape;745;g376bdb7294b_0_6"/>
          <p:cNvSpPr txBox="1"/>
          <p:nvPr/>
        </p:nvSpPr>
        <p:spPr>
          <a:xfrm>
            <a:off x="426128" y="8397306"/>
            <a:ext cx="6214200" cy="3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2 OPTIONS:</a:t>
            </a:r>
            <a:endParaRPr sz="2800">
              <a:solidFill>
                <a:schemeClr val="lt1"/>
              </a:solidFill>
            </a:endParaRPr>
          </a:p>
          <a:p>
            <a:pPr indent="-9144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ndara"/>
              <a:buAutoNum type="arabicPeriod"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Renew w/current company @ age 65</a:t>
            </a:r>
            <a:endParaRPr sz="2800">
              <a:solidFill>
                <a:schemeClr val="lt1"/>
              </a:solidFill>
            </a:endParaRPr>
          </a:p>
          <a:p>
            <a:pPr indent="-9144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ndara"/>
              <a:buAutoNum type="arabicPeriod"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Purchase new policy with a different company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6" name="Google Shape;746;g376bdb7294b_0_6"/>
          <p:cNvSpPr txBox="1"/>
          <p:nvPr/>
        </p:nvSpPr>
        <p:spPr>
          <a:xfrm>
            <a:off x="426128" y="12324558"/>
            <a:ext cx="3568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Either way…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&#10;&#10;Description automatically generated" id="747" name="Google Shape;747;g376bdb7294b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2452" y="11597954"/>
            <a:ext cx="3256916" cy="184016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g376bdb7294b_0_6"/>
          <p:cNvSpPr/>
          <p:nvPr/>
        </p:nvSpPr>
        <p:spPr>
          <a:xfrm>
            <a:off x="9286050" y="4760708"/>
            <a:ext cx="3994800" cy="3539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376bdb7294b_0_6"/>
          <p:cNvSpPr txBox="1"/>
          <p:nvPr/>
        </p:nvSpPr>
        <p:spPr>
          <a:xfrm>
            <a:off x="9712172" y="5913192"/>
            <a:ext cx="3036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WHOLE</a:t>
            </a:r>
            <a:endParaRPr sz="2800"/>
          </a:p>
        </p:txBody>
      </p:sp>
      <p:sp>
        <p:nvSpPr>
          <p:cNvPr id="750" name="Google Shape;750;g376bdb7294b_0_6"/>
          <p:cNvSpPr/>
          <p:nvPr/>
        </p:nvSpPr>
        <p:spPr>
          <a:xfrm>
            <a:off x="8229810" y="8016152"/>
            <a:ext cx="2095200" cy="1802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376bdb7294b_0_6"/>
          <p:cNvSpPr/>
          <p:nvPr/>
        </p:nvSpPr>
        <p:spPr>
          <a:xfrm>
            <a:off x="12387244" y="7960928"/>
            <a:ext cx="2065800" cy="1802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376bdb7294b_0_6"/>
          <p:cNvSpPr txBox="1"/>
          <p:nvPr/>
        </p:nvSpPr>
        <p:spPr>
          <a:xfrm>
            <a:off x="8430228" y="8497722"/>
            <a:ext cx="190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INS/DB</a:t>
            </a:r>
            <a:endParaRPr sz="2800"/>
          </a:p>
        </p:txBody>
      </p:sp>
      <p:sp>
        <p:nvSpPr>
          <p:cNvPr id="753" name="Google Shape;753;g376bdb7294b_0_6"/>
          <p:cNvSpPr txBox="1"/>
          <p:nvPr/>
        </p:nvSpPr>
        <p:spPr>
          <a:xfrm>
            <a:off x="12482750" y="8154122"/>
            <a:ext cx="1863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CASH VALUE</a:t>
            </a:r>
            <a:endParaRPr sz="2800"/>
          </a:p>
        </p:txBody>
      </p:sp>
      <p:sp>
        <p:nvSpPr>
          <p:cNvPr id="754" name="Google Shape;754;g376bdb7294b_0_6"/>
          <p:cNvSpPr txBox="1"/>
          <p:nvPr/>
        </p:nvSpPr>
        <p:spPr>
          <a:xfrm>
            <a:off x="7581530" y="9836062"/>
            <a:ext cx="312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PERMANENT TO AGE 100</a:t>
            </a:r>
            <a:endParaRPr sz="2800">
              <a:solidFill>
                <a:schemeClr val="lt1"/>
              </a:solidFill>
            </a:endParaRPr>
          </a:p>
        </p:txBody>
      </p:sp>
      <p:cxnSp>
        <p:nvCxnSpPr>
          <p:cNvPr id="755" name="Google Shape;755;g376bdb7294b_0_6"/>
          <p:cNvCxnSpPr/>
          <p:nvPr/>
        </p:nvCxnSpPr>
        <p:spPr>
          <a:xfrm flipH="1" rot="10800000">
            <a:off x="13784894" y="7423746"/>
            <a:ext cx="344400" cy="559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6" name="Google Shape;756;g376bdb7294b_0_6"/>
          <p:cNvSpPr txBox="1"/>
          <p:nvPr/>
        </p:nvSpPr>
        <p:spPr>
          <a:xfrm>
            <a:off x="13476304" y="6858002"/>
            <a:ext cx="154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2%-4%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57" name="Google Shape;757;g376bdb7294b_0_6"/>
          <p:cNvSpPr txBox="1"/>
          <p:nvPr/>
        </p:nvSpPr>
        <p:spPr>
          <a:xfrm>
            <a:off x="19793594" y="10093178"/>
            <a:ext cx="4516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*Growth based on the Market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*Principle Protected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*Family Receives both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*TAX FREE!!!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58" name="Google Shape;758;g376bdb7294b_0_6"/>
          <p:cNvSpPr/>
          <p:nvPr/>
        </p:nvSpPr>
        <p:spPr>
          <a:xfrm>
            <a:off x="17844142" y="4748158"/>
            <a:ext cx="3994800" cy="3539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76bdb7294b_0_6"/>
          <p:cNvSpPr/>
          <p:nvPr/>
        </p:nvSpPr>
        <p:spPr>
          <a:xfrm>
            <a:off x="16686460" y="7956770"/>
            <a:ext cx="2095200" cy="1802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76bdb7294b_0_6"/>
          <p:cNvSpPr/>
          <p:nvPr/>
        </p:nvSpPr>
        <p:spPr>
          <a:xfrm>
            <a:off x="20791542" y="7967258"/>
            <a:ext cx="2095200" cy="18024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76bdb7294b_0_6"/>
          <p:cNvSpPr txBox="1"/>
          <p:nvPr/>
        </p:nvSpPr>
        <p:spPr>
          <a:xfrm>
            <a:off x="16957168" y="8287586"/>
            <a:ext cx="155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INS</a:t>
            </a:r>
            <a:endParaRPr sz="2800"/>
          </a:p>
        </p:txBody>
      </p:sp>
      <p:sp>
        <p:nvSpPr>
          <p:cNvPr id="762" name="Google Shape;762;g376bdb7294b_0_6"/>
          <p:cNvSpPr txBox="1"/>
          <p:nvPr/>
        </p:nvSpPr>
        <p:spPr>
          <a:xfrm>
            <a:off x="21408488" y="8462760"/>
            <a:ext cx="119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CV</a:t>
            </a:r>
            <a:endParaRPr sz="2800"/>
          </a:p>
        </p:txBody>
      </p:sp>
      <p:sp>
        <p:nvSpPr>
          <p:cNvPr id="763" name="Google Shape;763;g376bdb7294b_0_6"/>
          <p:cNvSpPr txBox="1"/>
          <p:nvPr/>
        </p:nvSpPr>
        <p:spPr>
          <a:xfrm>
            <a:off x="18163712" y="5616390"/>
            <a:ext cx="3373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IUL</a:t>
            </a:r>
            <a:endParaRPr sz="2800"/>
          </a:p>
        </p:txBody>
      </p:sp>
      <p:sp>
        <p:nvSpPr>
          <p:cNvPr id="764" name="Google Shape;764;g376bdb7294b_0_6"/>
          <p:cNvSpPr txBox="1"/>
          <p:nvPr/>
        </p:nvSpPr>
        <p:spPr>
          <a:xfrm>
            <a:off x="16192872" y="10069746"/>
            <a:ext cx="3142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PERMANENT TO AGE 100+</a:t>
            </a:r>
            <a:r>
              <a:rPr b="0" baseline="-2500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b="0" i="0" sz="36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5" name="Google Shape;765;g376bdb7294b_0_6"/>
          <p:cNvSpPr txBox="1"/>
          <p:nvPr/>
        </p:nvSpPr>
        <p:spPr>
          <a:xfrm>
            <a:off x="10878616" y="9836062"/>
            <a:ext cx="4651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*Grows Slow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*High % Rate on Loans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*Loans decrease DB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*CV goes to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 Insurance Co.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6" name="Google Shape;766;g376bdb7294b_0_6"/>
          <p:cNvSpPr txBox="1"/>
          <p:nvPr/>
        </p:nvSpPr>
        <p:spPr>
          <a:xfrm>
            <a:off x="15695722" y="11597954"/>
            <a:ext cx="405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LIVING BENEFITS!</a:t>
            </a:r>
            <a:endParaRPr sz="2800"/>
          </a:p>
        </p:txBody>
      </p:sp>
      <p:sp>
        <p:nvSpPr>
          <p:cNvPr id="767" name="Google Shape;767;g376bdb7294b_0_6"/>
          <p:cNvSpPr txBox="1"/>
          <p:nvPr/>
        </p:nvSpPr>
        <p:spPr>
          <a:xfrm>
            <a:off x="22016624" y="7099808"/>
            <a:ext cx="2118600" cy="738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00" lIns="182850" spcFirstLastPara="1" rIns="182850" wrap="square" tIns="91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S&amp;P 500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f5e4837be4_0_618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f5e4837be4_0_618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f5e4837be4_0_618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5" name="Google Shape;775;g3f5e4837be4_0_618" title="Screen Shot 2026-07-28 at 5.28.2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0" y="1809750"/>
            <a:ext cx="15468600" cy="100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h6e31fef8a4150b6a_0_1" title="Screen Shot 2026-07-28 at 5.33.0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0" y="1781175"/>
            <a:ext cx="15430500" cy="101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h6e31fef8a4150b6a_0_1" title="Screen Shot 2026-07-28 at 5.31.01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450" y="2047875"/>
            <a:ext cx="14135100" cy="96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h6e31fef8a4150b6a_0_1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h6e31fef8a4150b6a_0_1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h6e31fef8a4150b6a_0_1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h6e31fef8a4150b6a_0_10" title="Screen Shot 2026-07-28 at 5.33.0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0" y="1781175"/>
            <a:ext cx="15430500" cy="101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h6e31fef8a4150b6a_0_10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h6e31fef8a4150b6a_0_1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h6e31fef8a4150b6a_0_10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spcBef>
                <a:spcPts val="4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8" name="Google Shape;798;p34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799" name="Google Shape;799;p34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34.png" id="800" name="Google Shape;8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3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6" name="Google Shape;806;p33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07" name="Google Shape;807;p33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33.png" id="808" name="Google Shape;8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cf2f9e234a_0_148"/>
          <p:cNvSpPr txBox="1"/>
          <p:nvPr>
            <p:ph type="title"/>
          </p:nvPr>
        </p:nvSpPr>
        <p:spPr>
          <a:xfrm>
            <a:off x="1206500" y="1079500"/>
            <a:ext cx="219711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4" name="Google Shape;814;g3cf2f9e234a_0_148"/>
          <p:cNvSpPr txBox="1"/>
          <p:nvPr>
            <p:ph idx="1" type="body"/>
          </p:nvPr>
        </p:nvSpPr>
        <p:spPr>
          <a:xfrm>
            <a:off x="1206500" y="2372962"/>
            <a:ext cx="219711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t/>
            </a:r>
            <a:endParaRPr b="1" sz="5600"/>
          </a:p>
        </p:txBody>
      </p:sp>
      <p:sp>
        <p:nvSpPr>
          <p:cNvPr id="815" name="Google Shape;815;g3cf2f9e234a_0_148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413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16" name="Google Shape;816;g3cf2f9e234a_0_148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384005" cy="13716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5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2" name="Google Shape;822;p45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23" name="Google Shape;823;p45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24" name="Google Shape;8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6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0" name="Google Shape;830;p46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31" name="Google Shape;831;p46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32" name="Google Shape;83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44f11f5f4df04897_0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44f11f5f4df04897_0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pic>
        <p:nvPicPr>
          <p:cNvPr id="839" name="Google Shape;839;g44f11f5f4df04897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384005" cy="13716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g44f11f5f4df04897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98533" y="11167333"/>
            <a:ext cx="2182266" cy="245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g44f11f5f4df04897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1697"/>
            <a:ext cx="24383997" cy="1365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eea3bc2fc3_0_7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eea3bc2fc3_0_7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pic>
        <p:nvPicPr>
          <p:cNvPr id="848" name="Google Shape;848;g3eea3bc2fc3_0_7" title="Screenshot 2026-06-09 at 7.30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383998" cy="13750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4" name="Google Shape;854;p47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55" name="Google Shape;855;p47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56" name="Google Shape;85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50" y="-212875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2" name="Google Shape;862;p48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63" name="Google Shape;863;p48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48.png" id="864" name="Google Shape;86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48"/>
          <p:cNvSpPr txBox="1"/>
          <p:nvPr/>
        </p:nvSpPr>
        <p:spPr>
          <a:xfrm>
            <a:off x="150600" y="12792600"/>
            <a:ext cx="24233400" cy="923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Rich Don’t Work For Money, They Make Their Money Work For Them</a:t>
            </a:r>
            <a:endParaRPr b="1" sz="4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0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1" name="Google Shape;871;p50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72" name="Google Shape;872;p50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50.png" id="873" name="Google Shape;8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67764dfac5_0_16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879" name="Google Shape;879;g267764dfac5_0_16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80" name="Google Shape;880;g267764dfac5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g267764dfac5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56082" y="8136200"/>
            <a:ext cx="3719875" cy="55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g267764dfac5_0_16"/>
          <p:cNvSpPr txBox="1"/>
          <p:nvPr>
            <p:ph type="title"/>
          </p:nvPr>
        </p:nvSpPr>
        <p:spPr>
          <a:xfrm>
            <a:off x="1206500" y="1079500"/>
            <a:ext cx="21971100" cy="22281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50800" lIns="50800" spcFirstLastPara="1" rIns="50800" wrap="square" tIns="508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None/>
            </a:pPr>
            <a:r>
              <a:rPr b="1" lang="en-US" sz="85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people play the money game to win. Poor people play the money game to not lose.</a:t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g2a79a1c8594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650" y="2455350"/>
            <a:ext cx="16280701" cy="111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g2a79a1c8594_2_0"/>
          <p:cNvSpPr txBox="1"/>
          <p:nvPr>
            <p:ph type="title"/>
          </p:nvPr>
        </p:nvSpPr>
        <p:spPr>
          <a:xfrm>
            <a:off x="3460000" y="1050000"/>
            <a:ext cx="18770400" cy="2437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Failure To Plan Is Planning To Fail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g3fbdef9bbf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650" y="2455350"/>
            <a:ext cx="16280701" cy="111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g3fbdef9bbf7_0_0"/>
          <p:cNvSpPr txBox="1"/>
          <p:nvPr>
            <p:ph type="title"/>
          </p:nvPr>
        </p:nvSpPr>
        <p:spPr>
          <a:xfrm>
            <a:off x="3460000" y="1050000"/>
            <a:ext cx="18770400" cy="2437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Failure To Plan Is Planning To Fail</a:t>
            </a:r>
            <a:endParaRPr/>
          </a:p>
        </p:txBody>
      </p:sp>
      <p:pic>
        <p:nvPicPr>
          <p:cNvPr id="895" name="Google Shape;895;g3fbdef9bbf7_0_0" title="IMG_39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1500" y="5"/>
            <a:ext cx="17180850" cy="171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5c6cc134ab4cf14_0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1" name="Google Shape;901;g15c6cc134ab4cf14_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02" name="Google Shape;902;g15c6cc134ab4cf14_0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03" name="Google Shape;903;g15c6cc134ab4cf1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9" name="Google Shape;909;p49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10" name="Google Shape;910;p49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49.png" id="911" name="Google Shape;91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9"/>
          <p:cNvSpPr txBox="1"/>
          <p:nvPr/>
        </p:nvSpPr>
        <p:spPr>
          <a:xfrm>
            <a:off x="20941000" y="54126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latin typeface="Lexend"/>
                <a:ea typeface="Lexend"/>
                <a:cs typeface="Lexend"/>
                <a:sym typeface="Lexend"/>
              </a:rPr>
              <a:t>$98</a:t>
            </a:r>
            <a:endParaRPr b="1"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49"/>
          <p:cNvSpPr txBox="1"/>
          <p:nvPr/>
        </p:nvSpPr>
        <p:spPr>
          <a:xfrm>
            <a:off x="21017200" y="64032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chemeClr val="accent3"/>
                </a:solidFill>
                <a:latin typeface="Lexend"/>
                <a:ea typeface="Lexend"/>
                <a:cs typeface="Lexend"/>
                <a:sym typeface="Lexend"/>
              </a:rPr>
              <a:t>$328</a:t>
            </a:r>
            <a:endParaRPr b="1" sz="5100"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49"/>
          <p:cNvSpPr txBox="1"/>
          <p:nvPr/>
        </p:nvSpPr>
        <p:spPr>
          <a:xfrm>
            <a:off x="20941000" y="44982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latin typeface="Lexend"/>
                <a:ea typeface="Lexend"/>
                <a:cs typeface="Lexend"/>
                <a:sym typeface="Lexend"/>
              </a:rPr>
              <a:t>$31</a:t>
            </a:r>
            <a:endParaRPr b="1"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49"/>
          <p:cNvSpPr txBox="1"/>
          <p:nvPr/>
        </p:nvSpPr>
        <p:spPr>
          <a:xfrm>
            <a:off x="20941000" y="34314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latin typeface="Lexend"/>
                <a:ea typeface="Lexend"/>
                <a:cs typeface="Lexend"/>
                <a:sym typeface="Lexend"/>
              </a:rPr>
              <a:t>$199</a:t>
            </a:r>
            <a:endParaRPr b="1"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49"/>
          <p:cNvSpPr txBox="1"/>
          <p:nvPr/>
        </p:nvSpPr>
        <p:spPr>
          <a:xfrm>
            <a:off x="20941000" y="90702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latin typeface="Lexend"/>
                <a:ea typeface="Lexend"/>
                <a:cs typeface="Lexend"/>
                <a:sym typeface="Lexend"/>
              </a:rPr>
              <a:t>$183</a:t>
            </a:r>
            <a:endParaRPr b="1"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49"/>
          <p:cNvSpPr txBox="1"/>
          <p:nvPr/>
        </p:nvSpPr>
        <p:spPr>
          <a:xfrm>
            <a:off x="21017200" y="101370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latin typeface="Lexend"/>
                <a:ea typeface="Lexend"/>
                <a:cs typeface="Lexend"/>
                <a:sym typeface="Lexend"/>
              </a:rPr>
              <a:t>$70</a:t>
            </a:r>
            <a:endParaRPr b="1" sz="5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49"/>
          <p:cNvSpPr txBox="1"/>
          <p:nvPr/>
        </p:nvSpPr>
        <p:spPr>
          <a:xfrm>
            <a:off x="21017200" y="11127625"/>
            <a:ext cx="1874400" cy="9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chemeClr val="accent3"/>
                </a:solidFill>
                <a:latin typeface="Lexend"/>
                <a:ea typeface="Lexend"/>
                <a:cs typeface="Lexend"/>
                <a:sym typeface="Lexend"/>
              </a:rPr>
              <a:t>$253</a:t>
            </a:r>
            <a:endParaRPr b="1" sz="5100"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9" name="Google Shape;91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0950" y="8667750"/>
            <a:ext cx="3418800" cy="34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c09d1e42b0_0_0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5" name="Google Shape;925;g3c09d1e42b0_0_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26" name="Google Shape;926;g3c09d1e42b0_0_0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7" name="Google Shape;927;g3c09d1e42b0_0_0"/>
          <p:cNvPicPr preferRelativeResize="0"/>
          <p:nvPr/>
        </p:nvPicPr>
        <p:blipFill rotWithShape="1">
          <a:blip r:embed="rId3">
            <a:alphaModFix/>
          </a:blip>
          <a:srcRect b="2240" l="0" r="0" t="-224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omputer screen&#10;&#10;Description automatically generated" id="928" name="Google Shape;928;g3c09d1e42b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325"/>
            <a:ext cx="24384002" cy="1371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c41fb5f574_0_0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4" name="Google Shape;934;g3c41fb5f574_0_0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35" name="Google Shape;935;g3c41fb5f574_0_0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6" name="Google Shape;936;g3c41fb5f57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0"/>
            <a:ext cx="13535900" cy="135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2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2" name="Google Shape;942;p52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43" name="Google Shape;943;p52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52.png" id="944" name="Google Shape;94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4800" y="-68580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04800" y="370425"/>
            <a:ext cx="24688801" cy="13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b8e45a4e95_0_8"/>
          <p:cNvSpPr txBox="1"/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t/>
            </a:r>
            <a:endParaRPr b="1" i="0" sz="8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g2b8e45a4e95_0_8"/>
          <p:cNvSpPr txBox="1"/>
          <p:nvPr>
            <p:ph idx="1" type="body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52" name="Google Shape;952;g2b8e45a4e95_0_8"/>
          <p:cNvSpPr txBox="1"/>
          <p:nvPr>
            <p:ph idx="2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234696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52.png" id="953" name="Google Shape;953;g2b8e45a4e95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8266536915_0_6"/>
          <p:cNvSpPr txBox="1"/>
          <p:nvPr>
            <p:ph type="title"/>
          </p:nvPr>
        </p:nvSpPr>
        <p:spPr>
          <a:xfrm>
            <a:off x="831200" y="501470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veat"/>
                <a:ea typeface="Caveat"/>
                <a:cs typeface="Caveat"/>
                <a:sym typeface="Caveat"/>
              </a:rPr>
              <a:t>CONNECT WITH ME</a:t>
            </a:r>
            <a:endParaRPr b="1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59" name="Google Shape;959;g38266536915_0_6"/>
          <p:cNvSpPr txBox="1"/>
          <p:nvPr>
            <p:ph idx="1" type="body"/>
          </p:nvPr>
        </p:nvSpPr>
        <p:spPr>
          <a:xfrm>
            <a:off x="2345850" y="3073267"/>
            <a:ext cx="10461600" cy="10642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obster"/>
                <a:ea typeface="Lobster"/>
                <a:cs typeface="Lobster"/>
                <a:sym typeface="Lobster"/>
              </a:rPr>
              <a:t>	   @blengike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en-US">
                <a:latin typeface="Lobster"/>
                <a:ea typeface="Lobster"/>
                <a:cs typeface="Lobster"/>
                <a:sym typeface="Lobster"/>
              </a:rPr>
              <a:t>	 @blengike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en-US">
                <a:latin typeface="Lobster"/>
                <a:ea typeface="Lobster"/>
                <a:cs typeface="Lobster"/>
                <a:sym typeface="Lobster"/>
              </a:rPr>
              <a:t>	714-360-5995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en-US">
                <a:latin typeface="Lobster"/>
                <a:ea typeface="Lobster"/>
                <a:cs typeface="Lobster"/>
                <a:sym typeface="Lobster"/>
              </a:rPr>
              <a:t>	</a:t>
            </a:r>
            <a:r>
              <a:rPr lang="en-US" u="sng">
                <a:solidFill>
                  <a:schemeClr val="hlink"/>
                </a:solidFill>
                <a:latin typeface="Lobster"/>
                <a:ea typeface="Lobster"/>
                <a:cs typeface="Lobster"/>
                <a:sym typeface="Lobster"/>
                <a:hlinkClick r:id="rId3"/>
              </a:rPr>
              <a:t>blengikephp@gmail.com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en-US">
                <a:latin typeface="Lobster"/>
                <a:ea typeface="Lobster"/>
                <a:cs typeface="Lobster"/>
                <a:sym typeface="Lobster"/>
              </a:rPr>
              <a:t>	</a:t>
            </a:r>
            <a:endParaRPr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>
                <a:latin typeface="Lobster"/>
                <a:ea typeface="Lobster"/>
                <a:cs typeface="Lobster"/>
                <a:sym typeface="Lobster"/>
              </a:rPr>
              <a:t>	Blessing Ikejemba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960" name="Google Shape;960;g38266536915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000" y="3404533"/>
            <a:ext cx="1622614" cy="15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g38266536915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333" y="5435600"/>
            <a:ext cx="1511319" cy="14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g38266536915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200" y="7713267"/>
            <a:ext cx="1739467" cy="1637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g38266536915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33" y="9251933"/>
            <a:ext cx="1978067" cy="1861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g38266536915_0_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407" y="11047600"/>
            <a:ext cx="2174266" cy="20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g38266536915_0_6"/>
          <p:cNvSpPr txBox="1"/>
          <p:nvPr/>
        </p:nvSpPr>
        <p:spPr>
          <a:xfrm>
            <a:off x="12984467" y="2369333"/>
            <a:ext cx="8384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		</a:t>
            </a:r>
            <a:endParaRPr sz="4800">
              <a:solidFill>
                <a:schemeClr val="dk2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  <a:p>
            <a:pPr indent="121920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4800">
                <a:solidFill>
                  <a:schemeClr val="dk2"/>
                </a:solidFill>
                <a:latin typeface="Lobster"/>
                <a:ea typeface="Lobster"/>
                <a:cs typeface="Lobster"/>
                <a:sym typeface="Lobster"/>
              </a:rPr>
              <a:t>www.lifechangersfs.com</a:t>
            </a:r>
            <a:endParaRPr sz="4800">
              <a:solidFill>
                <a:schemeClr val="dk2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966" name="Google Shape;966;g38266536915_0_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44800" y="3692200"/>
            <a:ext cx="1852379" cy="17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g38266536915_0_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079867" y="11736933"/>
            <a:ext cx="1897734" cy="18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g38266536915_0_6"/>
          <p:cNvSpPr txBox="1"/>
          <p:nvPr/>
        </p:nvSpPr>
        <p:spPr>
          <a:xfrm>
            <a:off x="14473067" y="7316733"/>
            <a:ext cx="8582400" cy="20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/>
          <a:p>
            <a:pPr indent="0" lvl="0" marL="0" marR="40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>
                <a:solidFill>
                  <a:srgbClr val="606060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@BlessingIkejemba</a:t>
            </a:r>
            <a:endParaRPr sz="4800" u="sng">
              <a:solidFill>
                <a:srgbClr val="606060"/>
              </a:solidFill>
              <a:highlight>
                <a:srgbClr val="FFFFFF"/>
              </a:highlight>
              <a:latin typeface="Lobster"/>
              <a:ea typeface="Lobster"/>
              <a:cs typeface="Lobster"/>
              <a:sym typeface="Lobster"/>
              <a:hlinkClick r:id="rId12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969" name="Google Shape;969;g38266536915_0_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999200" y="6858000"/>
            <a:ext cx="3697199" cy="20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g38266536915_0_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900933" y="9950067"/>
            <a:ext cx="1852400" cy="18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g38266536915_0_6"/>
          <p:cNvSpPr txBox="1"/>
          <p:nvPr/>
        </p:nvSpPr>
        <p:spPr>
          <a:xfrm>
            <a:off x="14163000" y="10210800"/>
            <a:ext cx="67209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  <a:latin typeface="Lobster"/>
                <a:ea typeface="Lobster"/>
                <a:cs typeface="Lobster"/>
                <a:sym typeface="Lobster"/>
              </a:rPr>
              <a:t>@blessingikejemba7</a:t>
            </a:r>
            <a:endParaRPr sz="4800">
              <a:solidFill>
                <a:schemeClr val="dk2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g267764dfac5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371" y="0"/>
            <a:ext cx="24456736" cy="1371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